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notesMasterIdLst>
    <p:notesMasterId r:id="rId14"/>
  </p:notesMasterIdLst>
  <p:sldIdLst>
    <p:sldId id="385" r:id="rId2"/>
    <p:sldId id="388" r:id="rId3"/>
    <p:sldId id="258" r:id="rId4"/>
    <p:sldId id="389" r:id="rId5"/>
    <p:sldId id="262" r:id="rId6"/>
    <p:sldId id="261" r:id="rId7"/>
    <p:sldId id="264" r:id="rId8"/>
    <p:sldId id="384" r:id="rId9"/>
    <p:sldId id="386" r:id="rId10"/>
    <p:sldId id="381" r:id="rId11"/>
    <p:sldId id="272" r:id="rId12"/>
    <p:sldId id="383" r:id="rId13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35729"/>
    <a:srgbClr val="145A14"/>
    <a:srgbClr val="236423"/>
    <a:srgbClr val="29572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989" autoAdjust="0"/>
    <p:restoredTop sz="92978" autoAdjust="0"/>
  </p:normalViewPr>
  <p:slideViewPr>
    <p:cSldViewPr snapToGrid="0">
      <p:cViewPr varScale="1">
        <p:scale>
          <a:sx n="120" d="100"/>
          <a:sy n="120" d="100"/>
        </p:scale>
        <p:origin x="108" y="3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0E7E834-C4A8-4B30-8234-E597CECA3FD7}" type="datetimeFigureOut">
              <a:rPr lang="en-US" smtClean="0"/>
              <a:t>1/31/2026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254D784-8A11-4578-9B5B-21FFF947631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47600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gif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gif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gif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gif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gif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gif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gif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gif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gif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gif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89AFF4-1FA5-4D56-9D9C-C8DDF3508A8D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143000" y="1122362"/>
            <a:ext cx="6858000" cy="3144838"/>
          </a:xfrm>
        </p:spPr>
        <p:txBody>
          <a:bodyPr anchor="b">
            <a:normAutofit/>
          </a:bodyPr>
          <a:lstStyle>
            <a:lvl1pPr algn="ctr">
              <a:defRPr sz="4800">
                <a:solidFill>
                  <a:schemeClr val="tx1"/>
                </a:solidFill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Title of the paper</a:t>
            </a:r>
            <a:br>
              <a:rPr lang="en-US" dirty="0"/>
            </a:br>
            <a:r>
              <a:rPr lang="en-US" dirty="0"/>
              <a:t>authors</a:t>
            </a:r>
            <a:br>
              <a:rPr lang="en-US" dirty="0"/>
            </a:br>
            <a:r>
              <a:rPr lang="en-US" dirty="0"/>
              <a:t>journal/conference, volume, issue, year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ECB35512-EAE6-213E-2789-4B7268C78CBF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143000" y="4514850"/>
            <a:ext cx="6858000" cy="1304924"/>
          </a:xfrm>
        </p:spPr>
        <p:txBody>
          <a:bodyPr/>
          <a:lstStyle>
            <a:lvl1pPr marL="0" indent="0" algn="ctr">
              <a:spcBef>
                <a:spcPts val="1200"/>
              </a:spcBef>
              <a:buNone/>
              <a:defRPr>
                <a:solidFill>
                  <a:schemeClr val="tx1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algn="ctr">
              <a:spcBef>
                <a:spcPts val="1200"/>
              </a:spcBef>
            </a:pPr>
            <a:r>
              <a:rPr lang="en-US" sz="2800" dirty="0"/>
              <a:t>Presented by &lt;Your Name&gt;</a:t>
            </a:r>
          </a:p>
        </p:txBody>
      </p:sp>
    </p:spTree>
    <p:extLst>
      <p:ext uri="{BB962C8B-B14F-4D97-AF65-F5344CB8AC3E}">
        <p14:creationId xmlns:p14="http://schemas.microsoft.com/office/powerpoint/2010/main" val="270140442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B1CBAF-FD17-4556-B563-9F17E08F76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81D2DE8-6B39-47B0-86A0-C2627A2D274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87BD1E4-D14B-4138-B4AC-D78B5E24125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293111" y="6356349"/>
            <a:ext cx="1598563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0E41615-E7B9-4366-9538-68B6E95063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028950" y="6356349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1E424F4-12C2-47D2-8046-AD0B98AB47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515655" y="6356349"/>
            <a:ext cx="2057400" cy="365125"/>
          </a:xfrm>
          <a:prstGeom prst="rect">
            <a:avLst/>
          </a:prstGeom>
        </p:spPr>
        <p:txBody>
          <a:bodyPr/>
          <a:lstStyle/>
          <a:p>
            <a:fld id="{40BF4039-73DF-44D7-BD43-5B0CCF185CDE}" type="slidenum">
              <a:rPr lang="en-US" smtClean="0"/>
              <a:t>‹#›</a:t>
            </a:fld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A91C2CFD-B6F9-24A5-223A-A6BCCAD41401}"/>
              </a:ext>
            </a:extLst>
          </p:cNvPr>
          <p:cNvSpPr/>
          <p:nvPr userDrawn="1"/>
        </p:nvSpPr>
        <p:spPr>
          <a:xfrm>
            <a:off x="0" y="6264276"/>
            <a:ext cx="9144000" cy="593725"/>
          </a:xfrm>
          <a:prstGeom prst="rect">
            <a:avLst/>
          </a:prstGeom>
          <a:solidFill>
            <a:srgbClr val="145A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9" name="Date Placeholder 3">
            <a:extLst>
              <a:ext uri="{FF2B5EF4-FFF2-40B4-BE49-F238E27FC236}">
                <a16:creationId xmlns:a16="http://schemas.microsoft.com/office/drawing/2014/main" id="{C80B06F1-BF5D-3669-653C-BBC2ED18825C}"/>
              </a:ext>
            </a:extLst>
          </p:cNvPr>
          <p:cNvSpPr txBox="1">
            <a:spLocks/>
          </p:cNvSpPr>
          <p:nvPr userDrawn="1"/>
        </p:nvSpPr>
        <p:spPr>
          <a:xfrm>
            <a:off x="1293111" y="6356349"/>
            <a:ext cx="1598563" cy="365125"/>
          </a:xfrm>
          <a:prstGeom prst="rect">
            <a:avLst/>
          </a:prstGeom>
          <a:noFill/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93F9C4DC-0BB3-4682-B72A-A3014A602F4E}" type="datetime8">
              <a:rPr lang="en-US" sz="1200" smtClean="0"/>
              <a:pPr/>
              <a:t>1/31/2026 2:59 AM</a:t>
            </a:fld>
            <a:endParaRPr lang="en-US" sz="1200" dirty="0"/>
          </a:p>
        </p:txBody>
      </p:sp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3FEFEB18-E03B-55E5-9BA2-C341E7CEFE06}"/>
              </a:ext>
            </a:extLst>
          </p:cNvPr>
          <p:cNvSpPr txBox="1">
            <a:spLocks/>
          </p:cNvSpPr>
          <p:nvPr userDrawn="1"/>
        </p:nvSpPr>
        <p:spPr>
          <a:xfrm>
            <a:off x="6515655" y="6356349"/>
            <a:ext cx="2057400" cy="365125"/>
          </a:xfrm>
          <a:prstGeom prst="rect">
            <a:avLst/>
          </a:prstGeom>
          <a:noFill/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40BF4039-73DF-44D7-BD43-5B0CCF185CDE}" type="slidenum">
              <a:rPr lang="en-US" sz="1200" smtClean="0"/>
              <a:pPr/>
              <a:t>‹#›</a:t>
            </a:fld>
            <a:endParaRPr lang="en-US" sz="1200"/>
          </a:p>
        </p:txBody>
      </p:sp>
      <p:pic>
        <p:nvPicPr>
          <p:cNvPr id="11" name="Picture 2">
            <a:extLst>
              <a:ext uri="{FF2B5EF4-FFF2-40B4-BE49-F238E27FC236}">
                <a16:creationId xmlns:a16="http://schemas.microsoft.com/office/drawing/2014/main" id="{5DF5A49C-D9FD-6997-755D-B6F13BC5A0E5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6318065"/>
            <a:ext cx="1155836" cy="4482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97002990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92E6B1-FD2B-4042-9497-7FCF9F46F4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CF81D52-664D-4745-91E9-0C35929436B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81833E3-135F-4743-AD4B-CF0598EEAD5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293111" y="6356349"/>
            <a:ext cx="1598563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5A42391-1657-4A8E-8C53-A4EF72DAE2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028950" y="6356349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AC3E976-25AB-4AE2-A7BE-ED6D08F440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515655" y="6356349"/>
            <a:ext cx="2057400" cy="365125"/>
          </a:xfrm>
          <a:prstGeom prst="rect">
            <a:avLst/>
          </a:prstGeom>
        </p:spPr>
        <p:txBody>
          <a:bodyPr/>
          <a:lstStyle/>
          <a:p>
            <a:fld id="{40BF4039-73DF-44D7-BD43-5B0CCF185CDE}" type="slidenum">
              <a:rPr lang="en-US" smtClean="0"/>
              <a:t>‹#›</a:t>
            </a:fld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CC7650B-AE0B-4FFC-F612-D9CDA07C998F}"/>
              </a:ext>
            </a:extLst>
          </p:cNvPr>
          <p:cNvSpPr/>
          <p:nvPr userDrawn="1"/>
        </p:nvSpPr>
        <p:spPr>
          <a:xfrm>
            <a:off x="0" y="6264276"/>
            <a:ext cx="9144000" cy="593725"/>
          </a:xfrm>
          <a:prstGeom prst="rect">
            <a:avLst/>
          </a:prstGeom>
          <a:solidFill>
            <a:srgbClr val="145A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Date Placeholder 3">
            <a:extLst>
              <a:ext uri="{FF2B5EF4-FFF2-40B4-BE49-F238E27FC236}">
                <a16:creationId xmlns:a16="http://schemas.microsoft.com/office/drawing/2014/main" id="{6281A08A-38F5-6E09-3069-EDA313CB4238}"/>
              </a:ext>
            </a:extLst>
          </p:cNvPr>
          <p:cNvSpPr txBox="1">
            <a:spLocks/>
          </p:cNvSpPr>
          <p:nvPr userDrawn="1"/>
        </p:nvSpPr>
        <p:spPr>
          <a:xfrm>
            <a:off x="1293111" y="6356349"/>
            <a:ext cx="1598563" cy="365125"/>
          </a:xfrm>
          <a:prstGeom prst="rect">
            <a:avLst/>
          </a:prstGeom>
          <a:noFill/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93F9C4DC-0BB3-4682-B72A-A3014A602F4E}" type="datetime8">
              <a:rPr lang="en-US" sz="1200" smtClean="0"/>
              <a:pPr/>
              <a:t>1/31/2026 2:59 AM</a:t>
            </a:fld>
            <a:endParaRPr lang="en-US" sz="1200" dirty="0"/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6DBECCC4-D2F9-0475-0FB1-EF1A481C18F2}"/>
              </a:ext>
            </a:extLst>
          </p:cNvPr>
          <p:cNvSpPr txBox="1">
            <a:spLocks/>
          </p:cNvSpPr>
          <p:nvPr userDrawn="1"/>
        </p:nvSpPr>
        <p:spPr>
          <a:xfrm>
            <a:off x="6515655" y="6356349"/>
            <a:ext cx="2057400" cy="365125"/>
          </a:xfrm>
          <a:prstGeom prst="rect">
            <a:avLst/>
          </a:prstGeom>
          <a:noFill/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40BF4039-73DF-44D7-BD43-5B0CCF185CDE}" type="slidenum">
              <a:rPr lang="en-US" sz="1200" smtClean="0"/>
              <a:pPr/>
              <a:t>‹#›</a:t>
            </a:fld>
            <a:endParaRPr lang="en-US" sz="1200"/>
          </a:p>
        </p:txBody>
      </p:sp>
      <p:pic>
        <p:nvPicPr>
          <p:cNvPr id="10" name="Picture 2">
            <a:extLst>
              <a:ext uri="{FF2B5EF4-FFF2-40B4-BE49-F238E27FC236}">
                <a16:creationId xmlns:a16="http://schemas.microsoft.com/office/drawing/2014/main" id="{BD1BC5C6-7516-C430-6BB8-57970560EFFF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6318065"/>
            <a:ext cx="1155836" cy="4482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03760817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00387A-8E2E-4D68-89BC-6A761E1C5C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1D6087A-B910-4C97-BE78-C1EB7078A5B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CBB1C01-0EE1-4479-8FB2-195D9916C23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7914B5D-B614-4B9F-96DD-CBF2E4D54CF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293111" y="6356349"/>
            <a:ext cx="1598563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402D19C-3FF2-4BD7-85E1-CB5A94C5D9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028950" y="6356349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A7066D6-0215-4AEF-A628-4B89070BDC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515655" y="6356349"/>
            <a:ext cx="2057400" cy="365125"/>
          </a:xfrm>
          <a:prstGeom prst="rect">
            <a:avLst/>
          </a:prstGeom>
        </p:spPr>
        <p:txBody>
          <a:bodyPr/>
          <a:lstStyle/>
          <a:p>
            <a:fld id="{40BF4039-73DF-44D7-BD43-5B0CCF185CDE}" type="slidenum">
              <a:rPr lang="en-US" smtClean="0"/>
              <a:t>‹#›</a:t>
            </a:fld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94BE8935-2869-75C7-ACA8-936F88800781}"/>
              </a:ext>
            </a:extLst>
          </p:cNvPr>
          <p:cNvSpPr/>
          <p:nvPr userDrawn="1"/>
        </p:nvSpPr>
        <p:spPr>
          <a:xfrm>
            <a:off x="0" y="6264276"/>
            <a:ext cx="9144000" cy="593725"/>
          </a:xfrm>
          <a:prstGeom prst="rect">
            <a:avLst/>
          </a:prstGeom>
          <a:solidFill>
            <a:srgbClr val="145A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0" name="Date Placeholder 3">
            <a:extLst>
              <a:ext uri="{FF2B5EF4-FFF2-40B4-BE49-F238E27FC236}">
                <a16:creationId xmlns:a16="http://schemas.microsoft.com/office/drawing/2014/main" id="{37DA7235-104C-72E0-37C3-CA20C74031FC}"/>
              </a:ext>
            </a:extLst>
          </p:cNvPr>
          <p:cNvSpPr txBox="1">
            <a:spLocks/>
          </p:cNvSpPr>
          <p:nvPr userDrawn="1"/>
        </p:nvSpPr>
        <p:spPr>
          <a:xfrm>
            <a:off x="1293111" y="6356349"/>
            <a:ext cx="1598563" cy="365125"/>
          </a:xfrm>
          <a:prstGeom prst="rect">
            <a:avLst/>
          </a:prstGeom>
          <a:noFill/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93F9C4DC-0BB3-4682-B72A-A3014A602F4E}" type="datetime8">
              <a:rPr lang="en-US" sz="1200" smtClean="0"/>
              <a:pPr/>
              <a:t>1/31/2026 2:59 AM</a:t>
            </a:fld>
            <a:endParaRPr lang="en-US" sz="1200" dirty="0"/>
          </a:p>
        </p:txBody>
      </p:sp>
      <p:sp>
        <p:nvSpPr>
          <p:cNvPr id="11" name="Slide Number Placeholder 5">
            <a:extLst>
              <a:ext uri="{FF2B5EF4-FFF2-40B4-BE49-F238E27FC236}">
                <a16:creationId xmlns:a16="http://schemas.microsoft.com/office/drawing/2014/main" id="{CEED9B8F-B09F-6AE6-964C-24F19627C229}"/>
              </a:ext>
            </a:extLst>
          </p:cNvPr>
          <p:cNvSpPr txBox="1">
            <a:spLocks/>
          </p:cNvSpPr>
          <p:nvPr userDrawn="1"/>
        </p:nvSpPr>
        <p:spPr>
          <a:xfrm>
            <a:off x="6515655" y="6356349"/>
            <a:ext cx="2057400" cy="365125"/>
          </a:xfrm>
          <a:prstGeom prst="rect">
            <a:avLst/>
          </a:prstGeom>
          <a:noFill/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40BF4039-73DF-44D7-BD43-5B0CCF185CDE}" type="slidenum">
              <a:rPr lang="en-US" sz="1200" smtClean="0"/>
              <a:pPr/>
              <a:t>‹#›</a:t>
            </a:fld>
            <a:endParaRPr lang="en-US" sz="1200"/>
          </a:p>
        </p:txBody>
      </p:sp>
      <p:pic>
        <p:nvPicPr>
          <p:cNvPr id="12" name="Picture 2">
            <a:extLst>
              <a:ext uri="{FF2B5EF4-FFF2-40B4-BE49-F238E27FC236}">
                <a16:creationId xmlns:a16="http://schemas.microsoft.com/office/drawing/2014/main" id="{B2BDA95C-C6CC-D81F-938B-98595F43DD8B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6318065"/>
            <a:ext cx="1155836" cy="4482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93853615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92305D-4D2B-418A-9D97-04BD1499BB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9319EE5-207F-4B02-9B2A-A2027E7B6A2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6F23649-4890-4861-8B7B-7800F312F74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DC31F67-B52B-4E00-889A-8FC942B290C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C20C1D4-A224-4CFD-9216-C4BD6994888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5512C2B-9259-4A2E-82EC-7B5976BE76A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293111" y="6356349"/>
            <a:ext cx="1598563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8C9F431-8EEA-407B-9149-A4A02E8E41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028950" y="6356349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5BC9DBB-54A4-4E92-9CB0-E19E2E440F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515655" y="6356349"/>
            <a:ext cx="2057400" cy="365125"/>
          </a:xfrm>
          <a:prstGeom prst="rect">
            <a:avLst/>
          </a:prstGeom>
        </p:spPr>
        <p:txBody>
          <a:bodyPr/>
          <a:lstStyle/>
          <a:p>
            <a:fld id="{40BF4039-73DF-44D7-BD43-5B0CCF185CDE}" type="slidenum">
              <a:rPr lang="en-US" smtClean="0"/>
              <a:t>‹#›</a:t>
            </a:fld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B48686A1-701F-0D34-7499-C848C2FC3846}"/>
              </a:ext>
            </a:extLst>
          </p:cNvPr>
          <p:cNvSpPr/>
          <p:nvPr userDrawn="1"/>
        </p:nvSpPr>
        <p:spPr>
          <a:xfrm>
            <a:off x="0" y="6264276"/>
            <a:ext cx="9144000" cy="593725"/>
          </a:xfrm>
          <a:prstGeom prst="rect">
            <a:avLst/>
          </a:prstGeom>
          <a:solidFill>
            <a:srgbClr val="145A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2" name="Date Placeholder 3">
            <a:extLst>
              <a:ext uri="{FF2B5EF4-FFF2-40B4-BE49-F238E27FC236}">
                <a16:creationId xmlns:a16="http://schemas.microsoft.com/office/drawing/2014/main" id="{471E40AE-9729-F84E-6750-A2D023BC4CA6}"/>
              </a:ext>
            </a:extLst>
          </p:cNvPr>
          <p:cNvSpPr txBox="1">
            <a:spLocks/>
          </p:cNvSpPr>
          <p:nvPr userDrawn="1"/>
        </p:nvSpPr>
        <p:spPr>
          <a:xfrm>
            <a:off x="1293111" y="6356349"/>
            <a:ext cx="1598563" cy="365125"/>
          </a:xfrm>
          <a:prstGeom prst="rect">
            <a:avLst/>
          </a:prstGeom>
          <a:noFill/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93F9C4DC-0BB3-4682-B72A-A3014A602F4E}" type="datetime8">
              <a:rPr lang="en-US" sz="1200" smtClean="0"/>
              <a:pPr/>
              <a:t>1/31/2026 2:59 AM</a:t>
            </a:fld>
            <a:endParaRPr lang="en-US" sz="1200" dirty="0"/>
          </a:p>
        </p:txBody>
      </p:sp>
      <p:sp>
        <p:nvSpPr>
          <p:cNvPr id="13" name="Slide Number Placeholder 5">
            <a:extLst>
              <a:ext uri="{FF2B5EF4-FFF2-40B4-BE49-F238E27FC236}">
                <a16:creationId xmlns:a16="http://schemas.microsoft.com/office/drawing/2014/main" id="{AC775302-0926-3059-C127-F0DE28BDF3E3}"/>
              </a:ext>
            </a:extLst>
          </p:cNvPr>
          <p:cNvSpPr txBox="1">
            <a:spLocks/>
          </p:cNvSpPr>
          <p:nvPr userDrawn="1"/>
        </p:nvSpPr>
        <p:spPr>
          <a:xfrm>
            <a:off x="6515655" y="6356349"/>
            <a:ext cx="2057400" cy="365125"/>
          </a:xfrm>
          <a:prstGeom prst="rect">
            <a:avLst/>
          </a:prstGeom>
          <a:noFill/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40BF4039-73DF-44D7-BD43-5B0CCF185CDE}" type="slidenum">
              <a:rPr lang="en-US" sz="1200" smtClean="0"/>
              <a:pPr/>
              <a:t>‹#›</a:t>
            </a:fld>
            <a:endParaRPr lang="en-US" sz="1200"/>
          </a:p>
        </p:txBody>
      </p:sp>
      <p:pic>
        <p:nvPicPr>
          <p:cNvPr id="14" name="Picture 2">
            <a:extLst>
              <a:ext uri="{FF2B5EF4-FFF2-40B4-BE49-F238E27FC236}">
                <a16:creationId xmlns:a16="http://schemas.microsoft.com/office/drawing/2014/main" id="{27CFE4A4-E14A-CE83-06BD-93F593631E79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6318065"/>
            <a:ext cx="1155836" cy="4482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01590117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D4090F-DCC0-44AA-A483-57DFCABAB6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CDFBDF8-0F4F-45C4-9937-BD1F8732274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293111" y="6356349"/>
            <a:ext cx="1598563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CDAC3E7-3004-4863-89B6-1A44540FB1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028950" y="6356349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BF835DA-C0DD-4150-B5A9-A9E6E9EFB1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515655" y="6356349"/>
            <a:ext cx="2057400" cy="365125"/>
          </a:xfrm>
          <a:prstGeom prst="rect">
            <a:avLst/>
          </a:prstGeom>
        </p:spPr>
        <p:txBody>
          <a:bodyPr/>
          <a:lstStyle/>
          <a:p>
            <a:fld id="{40BF4039-73DF-44D7-BD43-5B0CCF185CDE}" type="slidenum">
              <a:rPr lang="en-US" smtClean="0"/>
              <a:t>‹#›</a:t>
            </a:fld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F5634B97-8568-ADA6-F0AA-DF458BCECA0A}"/>
              </a:ext>
            </a:extLst>
          </p:cNvPr>
          <p:cNvSpPr/>
          <p:nvPr userDrawn="1"/>
        </p:nvSpPr>
        <p:spPr>
          <a:xfrm>
            <a:off x="0" y="6264276"/>
            <a:ext cx="9144000" cy="593725"/>
          </a:xfrm>
          <a:prstGeom prst="rect">
            <a:avLst/>
          </a:prstGeom>
          <a:solidFill>
            <a:srgbClr val="145A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Date Placeholder 3">
            <a:extLst>
              <a:ext uri="{FF2B5EF4-FFF2-40B4-BE49-F238E27FC236}">
                <a16:creationId xmlns:a16="http://schemas.microsoft.com/office/drawing/2014/main" id="{F6C3D3D0-2F6E-861F-5724-3535F515D781}"/>
              </a:ext>
            </a:extLst>
          </p:cNvPr>
          <p:cNvSpPr txBox="1">
            <a:spLocks/>
          </p:cNvSpPr>
          <p:nvPr userDrawn="1"/>
        </p:nvSpPr>
        <p:spPr>
          <a:xfrm>
            <a:off x="1293111" y="6356349"/>
            <a:ext cx="1598563" cy="365125"/>
          </a:xfrm>
          <a:prstGeom prst="rect">
            <a:avLst/>
          </a:prstGeom>
          <a:noFill/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93F9C4DC-0BB3-4682-B72A-A3014A602F4E}" type="datetime8">
              <a:rPr lang="en-US" sz="1200" smtClean="0"/>
              <a:pPr/>
              <a:t>1/31/2026 2:59 AM</a:t>
            </a:fld>
            <a:endParaRPr lang="en-US" sz="1200" dirty="0"/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49327F07-E833-BBC3-3623-49EE1CC01B10}"/>
              </a:ext>
            </a:extLst>
          </p:cNvPr>
          <p:cNvSpPr txBox="1">
            <a:spLocks/>
          </p:cNvSpPr>
          <p:nvPr userDrawn="1"/>
        </p:nvSpPr>
        <p:spPr>
          <a:xfrm>
            <a:off x="6515655" y="6356349"/>
            <a:ext cx="2057400" cy="365125"/>
          </a:xfrm>
          <a:prstGeom prst="rect">
            <a:avLst/>
          </a:prstGeom>
          <a:noFill/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40BF4039-73DF-44D7-BD43-5B0CCF185CDE}" type="slidenum">
              <a:rPr lang="en-US" sz="1200" smtClean="0"/>
              <a:pPr/>
              <a:t>‹#›</a:t>
            </a:fld>
            <a:endParaRPr lang="en-US" sz="1200"/>
          </a:p>
        </p:txBody>
      </p:sp>
      <p:pic>
        <p:nvPicPr>
          <p:cNvPr id="10" name="Picture 2">
            <a:extLst>
              <a:ext uri="{FF2B5EF4-FFF2-40B4-BE49-F238E27FC236}">
                <a16:creationId xmlns:a16="http://schemas.microsoft.com/office/drawing/2014/main" id="{AC478856-A0DA-7546-1313-CFCBEEAEC3C9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6318065"/>
            <a:ext cx="1155836" cy="4482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95804212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0B5D3EF-9FB6-4132-85DC-EEAD2F5047F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293111" y="6356349"/>
            <a:ext cx="1598563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2B7BD5C-ED15-43EA-AD5F-833267720B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028950" y="6356349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763C7B5-4BFE-4FA6-9DCA-9A21C2CB8E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515655" y="6356349"/>
            <a:ext cx="2057400" cy="365125"/>
          </a:xfrm>
          <a:prstGeom prst="rect">
            <a:avLst/>
          </a:prstGeom>
        </p:spPr>
        <p:txBody>
          <a:bodyPr/>
          <a:lstStyle/>
          <a:p>
            <a:fld id="{40BF4039-73DF-44D7-BD43-5B0CCF185CDE}" type="slidenum">
              <a:rPr lang="en-US" smtClean="0"/>
              <a:t>‹#›</a:t>
            </a:fld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62836CDF-8F1A-CD77-75C5-948FB842BE8C}"/>
              </a:ext>
            </a:extLst>
          </p:cNvPr>
          <p:cNvSpPr/>
          <p:nvPr userDrawn="1"/>
        </p:nvSpPr>
        <p:spPr>
          <a:xfrm>
            <a:off x="0" y="6264276"/>
            <a:ext cx="9144000" cy="593725"/>
          </a:xfrm>
          <a:prstGeom prst="rect">
            <a:avLst/>
          </a:prstGeom>
          <a:solidFill>
            <a:srgbClr val="145A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Date Placeholder 3">
            <a:extLst>
              <a:ext uri="{FF2B5EF4-FFF2-40B4-BE49-F238E27FC236}">
                <a16:creationId xmlns:a16="http://schemas.microsoft.com/office/drawing/2014/main" id="{A247C745-E936-A259-6814-2BC4C9379209}"/>
              </a:ext>
            </a:extLst>
          </p:cNvPr>
          <p:cNvSpPr txBox="1">
            <a:spLocks/>
          </p:cNvSpPr>
          <p:nvPr userDrawn="1"/>
        </p:nvSpPr>
        <p:spPr>
          <a:xfrm>
            <a:off x="1293111" y="6356349"/>
            <a:ext cx="1598563" cy="365125"/>
          </a:xfrm>
          <a:prstGeom prst="rect">
            <a:avLst/>
          </a:prstGeom>
          <a:noFill/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93F9C4DC-0BB3-4682-B72A-A3014A602F4E}" type="datetime8">
              <a:rPr lang="en-US" sz="1200" smtClean="0"/>
              <a:pPr/>
              <a:t>1/31/2026 2:59 AM</a:t>
            </a:fld>
            <a:endParaRPr lang="en-US" sz="1200" dirty="0"/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1181689D-3C97-CA98-320F-7CAF8100EA8B}"/>
              </a:ext>
            </a:extLst>
          </p:cNvPr>
          <p:cNvSpPr txBox="1">
            <a:spLocks/>
          </p:cNvSpPr>
          <p:nvPr userDrawn="1"/>
        </p:nvSpPr>
        <p:spPr>
          <a:xfrm>
            <a:off x="6515655" y="6356349"/>
            <a:ext cx="2057400" cy="365125"/>
          </a:xfrm>
          <a:prstGeom prst="rect">
            <a:avLst/>
          </a:prstGeom>
          <a:noFill/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40BF4039-73DF-44D7-BD43-5B0CCF185CDE}" type="slidenum">
              <a:rPr lang="en-US" sz="1200" smtClean="0"/>
              <a:pPr/>
              <a:t>‹#›</a:t>
            </a:fld>
            <a:endParaRPr lang="en-US" sz="1200"/>
          </a:p>
        </p:txBody>
      </p:sp>
      <p:pic>
        <p:nvPicPr>
          <p:cNvPr id="9" name="Picture 2">
            <a:extLst>
              <a:ext uri="{FF2B5EF4-FFF2-40B4-BE49-F238E27FC236}">
                <a16:creationId xmlns:a16="http://schemas.microsoft.com/office/drawing/2014/main" id="{9BD6CEBF-3B4E-7C6F-D83B-4336AB109B68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6318065"/>
            <a:ext cx="1155836" cy="4482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0173072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8917C7-A42B-45C4-87AE-64DC351D3C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9B8F77E-68D1-4AD9-9368-40BF04A5FD5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32F09A8-2453-438B-9ACE-5F216B0F006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F487456-AB55-4BB3-A0DE-7A8B5F393F3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293111" y="6356349"/>
            <a:ext cx="1598563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5F12BEF-F4C0-48EC-A69B-53052D3534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028950" y="6356349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954E064-1E51-4E86-8FDE-A378EA70D6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515655" y="6356349"/>
            <a:ext cx="2057400" cy="365125"/>
          </a:xfrm>
          <a:prstGeom prst="rect">
            <a:avLst/>
          </a:prstGeom>
        </p:spPr>
        <p:txBody>
          <a:bodyPr/>
          <a:lstStyle/>
          <a:p>
            <a:fld id="{40BF4039-73DF-44D7-BD43-5B0CCF185CDE}" type="slidenum">
              <a:rPr lang="en-US" smtClean="0"/>
              <a:t>‹#›</a:t>
            </a:fld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2487D300-A8BF-E8A7-4A10-094313524E25}"/>
              </a:ext>
            </a:extLst>
          </p:cNvPr>
          <p:cNvSpPr/>
          <p:nvPr userDrawn="1"/>
        </p:nvSpPr>
        <p:spPr>
          <a:xfrm>
            <a:off x="0" y="6264276"/>
            <a:ext cx="9144000" cy="593725"/>
          </a:xfrm>
          <a:prstGeom prst="rect">
            <a:avLst/>
          </a:prstGeom>
          <a:solidFill>
            <a:srgbClr val="145A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0" name="Date Placeholder 3">
            <a:extLst>
              <a:ext uri="{FF2B5EF4-FFF2-40B4-BE49-F238E27FC236}">
                <a16:creationId xmlns:a16="http://schemas.microsoft.com/office/drawing/2014/main" id="{2C06C84D-9DC5-4938-9115-E9982A8BC1A7}"/>
              </a:ext>
            </a:extLst>
          </p:cNvPr>
          <p:cNvSpPr txBox="1">
            <a:spLocks/>
          </p:cNvSpPr>
          <p:nvPr userDrawn="1"/>
        </p:nvSpPr>
        <p:spPr>
          <a:xfrm>
            <a:off x="1293111" y="6356349"/>
            <a:ext cx="1598563" cy="365125"/>
          </a:xfrm>
          <a:prstGeom prst="rect">
            <a:avLst/>
          </a:prstGeom>
          <a:noFill/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93F9C4DC-0BB3-4682-B72A-A3014A602F4E}" type="datetime8">
              <a:rPr lang="en-US" sz="1200" smtClean="0"/>
              <a:pPr/>
              <a:t>1/31/2026 2:59 AM</a:t>
            </a:fld>
            <a:endParaRPr lang="en-US" sz="1200" dirty="0"/>
          </a:p>
        </p:txBody>
      </p:sp>
      <p:sp>
        <p:nvSpPr>
          <p:cNvPr id="11" name="Slide Number Placeholder 5">
            <a:extLst>
              <a:ext uri="{FF2B5EF4-FFF2-40B4-BE49-F238E27FC236}">
                <a16:creationId xmlns:a16="http://schemas.microsoft.com/office/drawing/2014/main" id="{BB1AE60C-6738-39B6-A7E8-2B325E806B16}"/>
              </a:ext>
            </a:extLst>
          </p:cNvPr>
          <p:cNvSpPr txBox="1">
            <a:spLocks/>
          </p:cNvSpPr>
          <p:nvPr userDrawn="1"/>
        </p:nvSpPr>
        <p:spPr>
          <a:xfrm>
            <a:off x="6515655" y="6356349"/>
            <a:ext cx="2057400" cy="365125"/>
          </a:xfrm>
          <a:prstGeom prst="rect">
            <a:avLst/>
          </a:prstGeom>
          <a:noFill/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40BF4039-73DF-44D7-BD43-5B0CCF185CDE}" type="slidenum">
              <a:rPr lang="en-US" sz="1200" smtClean="0"/>
              <a:pPr/>
              <a:t>‹#›</a:t>
            </a:fld>
            <a:endParaRPr lang="en-US" sz="1200"/>
          </a:p>
        </p:txBody>
      </p:sp>
      <p:pic>
        <p:nvPicPr>
          <p:cNvPr id="12" name="Picture 2">
            <a:extLst>
              <a:ext uri="{FF2B5EF4-FFF2-40B4-BE49-F238E27FC236}">
                <a16:creationId xmlns:a16="http://schemas.microsoft.com/office/drawing/2014/main" id="{CC62CD6B-BA98-EA50-A63B-7ABF3ECB8DF2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6318065"/>
            <a:ext cx="1155836" cy="4482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55560996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924336-FB41-4746-ADEA-8ACD901217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6581518-B6EC-4CBC-9763-F001313C032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948BFA5-92FA-4F6F-AB1B-1057FFF4FC4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56E83E7-BA52-4C97-B38B-29640A16C30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293111" y="6356349"/>
            <a:ext cx="1598563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A055D73-0033-4FDE-837E-FC4B7B9EF9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028950" y="6356349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95577E7-AE7F-4FD1-96FA-C681905D90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515655" y="6356349"/>
            <a:ext cx="2057400" cy="365125"/>
          </a:xfrm>
          <a:prstGeom prst="rect">
            <a:avLst/>
          </a:prstGeom>
        </p:spPr>
        <p:txBody>
          <a:bodyPr/>
          <a:lstStyle/>
          <a:p>
            <a:fld id="{40BF4039-73DF-44D7-BD43-5B0CCF185CDE}" type="slidenum">
              <a:rPr lang="en-US" smtClean="0"/>
              <a:t>‹#›</a:t>
            </a:fld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769487EF-10E9-20DA-FF7C-3D005EF1E1D5}"/>
              </a:ext>
            </a:extLst>
          </p:cNvPr>
          <p:cNvSpPr/>
          <p:nvPr userDrawn="1"/>
        </p:nvSpPr>
        <p:spPr>
          <a:xfrm>
            <a:off x="0" y="6264276"/>
            <a:ext cx="9144000" cy="593725"/>
          </a:xfrm>
          <a:prstGeom prst="rect">
            <a:avLst/>
          </a:prstGeom>
          <a:solidFill>
            <a:srgbClr val="145A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0" name="Date Placeholder 3">
            <a:extLst>
              <a:ext uri="{FF2B5EF4-FFF2-40B4-BE49-F238E27FC236}">
                <a16:creationId xmlns:a16="http://schemas.microsoft.com/office/drawing/2014/main" id="{FBC163A4-0F10-32B5-731B-B47A476BC910}"/>
              </a:ext>
            </a:extLst>
          </p:cNvPr>
          <p:cNvSpPr txBox="1">
            <a:spLocks/>
          </p:cNvSpPr>
          <p:nvPr userDrawn="1"/>
        </p:nvSpPr>
        <p:spPr>
          <a:xfrm>
            <a:off x="1293111" y="6356349"/>
            <a:ext cx="1598563" cy="365125"/>
          </a:xfrm>
          <a:prstGeom prst="rect">
            <a:avLst/>
          </a:prstGeom>
          <a:noFill/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93F9C4DC-0BB3-4682-B72A-A3014A602F4E}" type="datetime8">
              <a:rPr lang="en-US" sz="1200" smtClean="0"/>
              <a:pPr/>
              <a:t>1/31/2026 2:59 AM</a:t>
            </a:fld>
            <a:endParaRPr lang="en-US" sz="1200" dirty="0"/>
          </a:p>
        </p:txBody>
      </p:sp>
      <p:sp>
        <p:nvSpPr>
          <p:cNvPr id="11" name="Slide Number Placeholder 5">
            <a:extLst>
              <a:ext uri="{FF2B5EF4-FFF2-40B4-BE49-F238E27FC236}">
                <a16:creationId xmlns:a16="http://schemas.microsoft.com/office/drawing/2014/main" id="{B79B79AA-924B-EA99-5E26-02FEBB622598}"/>
              </a:ext>
            </a:extLst>
          </p:cNvPr>
          <p:cNvSpPr txBox="1">
            <a:spLocks/>
          </p:cNvSpPr>
          <p:nvPr userDrawn="1"/>
        </p:nvSpPr>
        <p:spPr>
          <a:xfrm>
            <a:off x="6515655" y="6356349"/>
            <a:ext cx="2057400" cy="365125"/>
          </a:xfrm>
          <a:prstGeom prst="rect">
            <a:avLst/>
          </a:prstGeom>
          <a:noFill/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40BF4039-73DF-44D7-BD43-5B0CCF185CDE}" type="slidenum">
              <a:rPr lang="en-US" sz="1200" smtClean="0"/>
              <a:pPr/>
              <a:t>‹#›</a:t>
            </a:fld>
            <a:endParaRPr lang="en-US" sz="1200"/>
          </a:p>
        </p:txBody>
      </p:sp>
      <p:pic>
        <p:nvPicPr>
          <p:cNvPr id="12" name="Picture 2">
            <a:extLst>
              <a:ext uri="{FF2B5EF4-FFF2-40B4-BE49-F238E27FC236}">
                <a16:creationId xmlns:a16="http://schemas.microsoft.com/office/drawing/2014/main" id="{BA3873B3-BE6D-B997-BB6D-4BADB910C756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6318065"/>
            <a:ext cx="1155836" cy="4482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2747081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5D04F1-943F-4FEF-BBC8-D6C3B0214F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DFECF8F-A044-4020-BC99-A494CA8EF1F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D33B726-A353-4F79-88EF-F138D3657D6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293111" y="6356349"/>
            <a:ext cx="1598563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C863AE0-03C3-412E-9855-22C6DA1653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028950" y="6356349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C892924-7EEA-450D-9658-129C3E1CE7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515655" y="6356349"/>
            <a:ext cx="2057400" cy="365125"/>
          </a:xfrm>
          <a:prstGeom prst="rect">
            <a:avLst/>
          </a:prstGeom>
        </p:spPr>
        <p:txBody>
          <a:bodyPr/>
          <a:lstStyle/>
          <a:p>
            <a:fld id="{40BF4039-73DF-44D7-BD43-5B0CCF185CDE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F7AC544B-A02A-D6C4-E0B0-DA7E9CAF20D9}"/>
              </a:ext>
            </a:extLst>
          </p:cNvPr>
          <p:cNvSpPr/>
          <p:nvPr userDrawn="1"/>
        </p:nvSpPr>
        <p:spPr>
          <a:xfrm>
            <a:off x="0" y="6264276"/>
            <a:ext cx="9144000" cy="593725"/>
          </a:xfrm>
          <a:prstGeom prst="rect">
            <a:avLst/>
          </a:prstGeom>
          <a:solidFill>
            <a:srgbClr val="145A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0" name="Date Placeholder 3">
            <a:extLst>
              <a:ext uri="{FF2B5EF4-FFF2-40B4-BE49-F238E27FC236}">
                <a16:creationId xmlns:a16="http://schemas.microsoft.com/office/drawing/2014/main" id="{48B2CA06-A154-7053-0952-AFCD73BB0D3B}"/>
              </a:ext>
            </a:extLst>
          </p:cNvPr>
          <p:cNvSpPr txBox="1">
            <a:spLocks/>
          </p:cNvSpPr>
          <p:nvPr userDrawn="1"/>
        </p:nvSpPr>
        <p:spPr>
          <a:xfrm>
            <a:off x="1293111" y="6356349"/>
            <a:ext cx="1598563" cy="365125"/>
          </a:xfrm>
          <a:prstGeom prst="rect">
            <a:avLst/>
          </a:prstGeom>
          <a:noFill/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93F9C4DC-0BB3-4682-B72A-A3014A602F4E}" type="datetime8">
              <a:rPr lang="en-US" sz="1200" smtClean="0"/>
              <a:pPr/>
              <a:t>1/31/2026 2:59 AM</a:t>
            </a:fld>
            <a:endParaRPr lang="en-US" sz="1200" dirty="0"/>
          </a:p>
        </p:txBody>
      </p:sp>
      <p:sp>
        <p:nvSpPr>
          <p:cNvPr id="11" name="Slide Number Placeholder 5">
            <a:extLst>
              <a:ext uri="{FF2B5EF4-FFF2-40B4-BE49-F238E27FC236}">
                <a16:creationId xmlns:a16="http://schemas.microsoft.com/office/drawing/2014/main" id="{D75F0140-A426-B598-128C-504028103D6D}"/>
              </a:ext>
            </a:extLst>
          </p:cNvPr>
          <p:cNvSpPr txBox="1">
            <a:spLocks/>
          </p:cNvSpPr>
          <p:nvPr userDrawn="1"/>
        </p:nvSpPr>
        <p:spPr>
          <a:xfrm>
            <a:off x="6515655" y="6356349"/>
            <a:ext cx="2057400" cy="365125"/>
          </a:xfrm>
          <a:prstGeom prst="rect">
            <a:avLst/>
          </a:prstGeom>
          <a:noFill/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40BF4039-73DF-44D7-BD43-5B0CCF185CDE}" type="slidenum">
              <a:rPr lang="en-US" sz="1200" smtClean="0"/>
              <a:pPr/>
              <a:t>‹#›</a:t>
            </a:fld>
            <a:endParaRPr lang="en-US" sz="1200"/>
          </a:p>
        </p:txBody>
      </p:sp>
      <p:pic>
        <p:nvPicPr>
          <p:cNvPr id="12" name="Picture 2">
            <a:extLst>
              <a:ext uri="{FF2B5EF4-FFF2-40B4-BE49-F238E27FC236}">
                <a16:creationId xmlns:a16="http://schemas.microsoft.com/office/drawing/2014/main" id="{967A920C-008D-72C0-9E06-BAB13F0D32BD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6318065"/>
            <a:ext cx="1155836" cy="4482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85240120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399D0F5-3347-48F5-BA20-2268AEC1E13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38654AB-8CFA-4439-93CA-C714665FA49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BEFBEDC-FCA9-4522-A177-4026B73430EB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293111" y="6356349"/>
            <a:ext cx="1598563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1847852-BC24-42B3-830C-FEDDDF4B0E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028950" y="6356349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C5352F4-01F9-4B9E-8C2A-8741FDB191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515655" y="6356349"/>
            <a:ext cx="2057400" cy="365125"/>
          </a:xfrm>
          <a:prstGeom prst="rect">
            <a:avLst/>
          </a:prstGeom>
        </p:spPr>
        <p:txBody>
          <a:bodyPr/>
          <a:lstStyle/>
          <a:p>
            <a:fld id="{40BF4039-73DF-44D7-BD43-5B0CCF185CDE}" type="slidenum">
              <a:rPr lang="en-US" smtClean="0"/>
              <a:t>‹#›</a:t>
            </a:fld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1221EA99-D7B0-AB26-8C59-F166B39C191B}"/>
              </a:ext>
            </a:extLst>
          </p:cNvPr>
          <p:cNvSpPr/>
          <p:nvPr userDrawn="1"/>
        </p:nvSpPr>
        <p:spPr>
          <a:xfrm>
            <a:off x="0" y="6264276"/>
            <a:ext cx="9144000" cy="593725"/>
          </a:xfrm>
          <a:prstGeom prst="rect">
            <a:avLst/>
          </a:prstGeom>
          <a:solidFill>
            <a:srgbClr val="145A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Date Placeholder 3">
            <a:extLst>
              <a:ext uri="{FF2B5EF4-FFF2-40B4-BE49-F238E27FC236}">
                <a16:creationId xmlns:a16="http://schemas.microsoft.com/office/drawing/2014/main" id="{ED6B22BE-EE45-28DE-51D3-43BDDBE978D7}"/>
              </a:ext>
            </a:extLst>
          </p:cNvPr>
          <p:cNvSpPr txBox="1">
            <a:spLocks/>
          </p:cNvSpPr>
          <p:nvPr userDrawn="1"/>
        </p:nvSpPr>
        <p:spPr>
          <a:xfrm>
            <a:off x="1293111" y="6356349"/>
            <a:ext cx="1598563" cy="365125"/>
          </a:xfrm>
          <a:prstGeom prst="rect">
            <a:avLst/>
          </a:prstGeom>
          <a:noFill/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93F9C4DC-0BB3-4682-B72A-A3014A602F4E}" type="datetime8">
              <a:rPr lang="en-US" sz="1200" smtClean="0"/>
              <a:pPr/>
              <a:t>1/31/2026 2:59 AM</a:t>
            </a:fld>
            <a:endParaRPr lang="en-US" sz="1200" dirty="0"/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B7206CF2-9296-D14D-AAD1-C481E8A6E37F}"/>
              </a:ext>
            </a:extLst>
          </p:cNvPr>
          <p:cNvSpPr txBox="1">
            <a:spLocks/>
          </p:cNvSpPr>
          <p:nvPr userDrawn="1"/>
        </p:nvSpPr>
        <p:spPr>
          <a:xfrm>
            <a:off x="6515655" y="6356349"/>
            <a:ext cx="2057400" cy="365125"/>
          </a:xfrm>
          <a:prstGeom prst="rect">
            <a:avLst/>
          </a:prstGeom>
          <a:noFill/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40BF4039-73DF-44D7-BD43-5B0CCF185CDE}" type="slidenum">
              <a:rPr lang="en-US" sz="1200" smtClean="0"/>
              <a:pPr/>
              <a:t>‹#›</a:t>
            </a:fld>
            <a:endParaRPr lang="en-US" sz="1200"/>
          </a:p>
        </p:txBody>
      </p:sp>
      <p:pic>
        <p:nvPicPr>
          <p:cNvPr id="10" name="Picture 2">
            <a:extLst>
              <a:ext uri="{FF2B5EF4-FFF2-40B4-BE49-F238E27FC236}">
                <a16:creationId xmlns:a16="http://schemas.microsoft.com/office/drawing/2014/main" id="{938D72DC-57D0-AB51-3D33-065BAB779F8E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6318065"/>
            <a:ext cx="1155836" cy="4482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25199522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C5C50B4-076C-40D8-915F-F6B6495984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9634" y="365127"/>
            <a:ext cx="8490857" cy="98470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6B79975-F3B1-4D35-A1DA-4D3F4A82624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39634" y="1480457"/>
            <a:ext cx="8490857" cy="469650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7971063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8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gif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75503C3-370B-6993-9EDC-B9238ADC30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>
            <a:extLst>
              <a:ext uri="{FF2B5EF4-FFF2-40B4-BE49-F238E27FC236}">
                <a16:creationId xmlns:a16="http://schemas.microsoft.com/office/drawing/2014/main" id="{9BD27EE8-3EB4-38B4-9D5A-7EF9C98A4AF1}"/>
              </a:ext>
            </a:extLst>
          </p:cNvPr>
          <p:cNvSpPr txBox="1">
            <a:spLocks/>
          </p:cNvSpPr>
          <p:nvPr/>
        </p:nvSpPr>
        <p:spPr>
          <a:xfrm>
            <a:off x="1143000" y="1122362"/>
            <a:ext cx="6858000" cy="3144838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0000"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8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>
              <a:spcBef>
                <a:spcPts val="0"/>
              </a:spcBef>
              <a:spcAft>
                <a:spcPts val="2400"/>
              </a:spcAft>
            </a:pPr>
            <a:r>
              <a:rPr lang="en-US" dirty="0" err="1">
                <a:solidFill>
                  <a:srgbClr val="333333"/>
                </a:solidFill>
                <a:latin typeface="Calibri"/>
                <a:ea typeface="+mn-lt"/>
                <a:cs typeface="+mn-lt"/>
              </a:rPr>
              <a:t>FedDec</a:t>
            </a:r>
            <a:r>
              <a:rPr lang="en-US" dirty="0">
                <a:solidFill>
                  <a:srgbClr val="333333"/>
                </a:solidFill>
                <a:latin typeface="Calibri"/>
                <a:ea typeface="+mn-lt"/>
                <a:cs typeface="+mn-lt"/>
              </a:rPr>
              <a:t>: Peer-to-Peer Aided Federated Learning</a:t>
            </a:r>
            <a:br>
              <a:rPr lang="en-US" dirty="0">
                <a:solidFill>
                  <a:srgbClr val="333333"/>
                </a:solidFill>
                <a:latin typeface="Calibri"/>
                <a:ea typeface="+mn-lt"/>
                <a:cs typeface="+mn-lt"/>
              </a:rPr>
            </a:br>
            <a:br>
              <a:rPr lang="en-US" sz="2000" dirty="0">
                <a:solidFill>
                  <a:srgbClr val="333333"/>
                </a:solidFill>
                <a:latin typeface="Calibri"/>
                <a:ea typeface="+mn-lt"/>
                <a:cs typeface="+mn-lt"/>
              </a:rPr>
            </a:br>
            <a:r>
              <a:rPr lang="en-US" sz="2700" dirty="0">
                <a:solidFill>
                  <a:srgbClr val="333333"/>
                </a:solidFill>
                <a:latin typeface="Calibri"/>
                <a:ea typeface="+mn-lt"/>
                <a:cs typeface="+mn-lt"/>
              </a:rPr>
              <a:t>M. Costantini, G. Neglia and T. Spyropoulos, "</a:t>
            </a:r>
            <a:r>
              <a:rPr lang="en-US" sz="2700" dirty="0" err="1">
                <a:solidFill>
                  <a:srgbClr val="333333"/>
                </a:solidFill>
                <a:latin typeface="Calibri"/>
                <a:ea typeface="+mn-lt"/>
                <a:cs typeface="+mn-lt"/>
              </a:rPr>
              <a:t>FedDec</a:t>
            </a:r>
            <a:r>
              <a:rPr lang="en-US" sz="2700" dirty="0">
                <a:solidFill>
                  <a:srgbClr val="333333"/>
                </a:solidFill>
                <a:latin typeface="Calibri"/>
                <a:ea typeface="+mn-lt"/>
                <a:cs typeface="+mn-lt"/>
              </a:rPr>
              <a:t>: Peer-to-peer Aided Federated Learning," 2024 IEEE 25th International Workshop on Signal Processing Advances in Wireless Communications (SPAWC), Lucca, Italy, 2024, pp. 426-430</a:t>
            </a:r>
            <a:endParaRPr lang="en-US" dirty="0"/>
          </a:p>
        </p:txBody>
      </p:sp>
      <p:sp>
        <p:nvSpPr>
          <p:cNvPr id="10" name="Text Placeholder 2">
            <a:extLst>
              <a:ext uri="{FF2B5EF4-FFF2-40B4-BE49-F238E27FC236}">
                <a16:creationId xmlns:a16="http://schemas.microsoft.com/office/drawing/2014/main" id="{1975006C-D969-8D1A-5159-E42531DAE7AF}"/>
              </a:ext>
            </a:extLst>
          </p:cNvPr>
          <p:cNvSpPr txBox="1">
            <a:spLocks/>
          </p:cNvSpPr>
          <p:nvPr/>
        </p:nvSpPr>
        <p:spPr>
          <a:xfrm>
            <a:off x="1143000" y="4773336"/>
            <a:ext cx="6858000" cy="1046438"/>
          </a:xfrm>
          <a:prstGeom prst="rect">
            <a:avLst/>
          </a:prstGeom>
        </p:spPr>
        <p:txBody>
          <a:bodyPr>
            <a:norm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2400" dirty="0"/>
              <a:t>Presented by Jean Pierre</a:t>
            </a:r>
          </a:p>
        </p:txBody>
      </p:sp>
    </p:spTree>
    <p:extLst>
      <p:ext uri="{BB962C8B-B14F-4D97-AF65-F5344CB8AC3E}">
        <p14:creationId xmlns:p14="http://schemas.microsoft.com/office/powerpoint/2010/main" val="385648699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0C85F3-9489-5EE6-58BB-2FB7BFB553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734E05-C791-CF61-D06A-E42AE2FC62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Core Problems in Standard FL</a:t>
            </a:r>
            <a:endParaRPr lang="en-US" dirty="0">
              <a:ea typeface="Calibri"/>
              <a:cs typeface="Calibri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84F8339-1711-D090-725C-66ED85F9DE1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39634" y="1480457"/>
            <a:ext cx="4295975" cy="4696506"/>
          </a:xfrm>
        </p:spPr>
        <p:txBody>
          <a:bodyPr>
            <a:normAutofit/>
          </a:bodyPr>
          <a:lstStyle/>
          <a:p>
            <a:r>
              <a:rPr lang="en-US" sz="1800" b="1" dirty="0">
                <a:solidFill>
                  <a:srgbClr val="000000"/>
                </a:solidFill>
              </a:rPr>
              <a:t>Three Key Challenges:</a:t>
            </a:r>
            <a:endParaRPr lang="en-US" sz="1800" dirty="0">
              <a:solidFill>
                <a:srgbClr val="000000"/>
              </a:solidFill>
            </a:endParaRPr>
          </a:p>
          <a:p>
            <a:pPr marL="461963" lvl="1"/>
            <a:r>
              <a:rPr lang="en-US" sz="1800" b="1" dirty="0">
                <a:solidFill>
                  <a:srgbClr val="000000"/>
                </a:solidFill>
              </a:rPr>
              <a:t>Infrequent server communication </a:t>
            </a:r>
            <a:r>
              <a:rPr lang="en-US" sz="1800" dirty="0">
                <a:solidFill>
                  <a:srgbClr val="000000"/>
                </a:solidFill>
              </a:rPr>
              <a:t>→ Slow convergence (O(H²) dependence)</a:t>
            </a:r>
          </a:p>
          <a:p>
            <a:pPr marL="461963" lvl="1"/>
            <a:r>
              <a:rPr lang="en-US" sz="1800" b="1" dirty="0">
                <a:solidFill>
                  <a:srgbClr val="000000"/>
                </a:solidFill>
              </a:rPr>
              <a:t>Data heterogeneity </a:t>
            </a:r>
            <a:r>
              <a:rPr lang="en-US" sz="1800" dirty="0">
                <a:solidFill>
                  <a:srgbClr val="000000"/>
                </a:solidFill>
              </a:rPr>
              <a:t>(non-IID) → Local model drift</a:t>
            </a:r>
          </a:p>
          <a:p>
            <a:pPr marL="461963" lvl="1"/>
            <a:r>
              <a:rPr lang="en-US" sz="1800" b="1" dirty="0">
                <a:solidFill>
                  <a:srgbClr val="000000"/>
                </a:solidFill>
              </a:rPr>
              <a:t>Partial participation </a:t>
            </a:r>
            <a:r>
              <a:rPr lang="en-US" sz="1800" dirty="0">
                <a:solidFill>
                  <a:srgbClr val="000000"/>
                </a:solidFill>
              </a:rPr>
              <a:t>→ Limited bandwidth with central server.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6257F3B-8052-FA92-58FE-555DC03EEFD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12016" y="1480457"/>
            <a:ext cx="4133719" cy="25766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9544998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CDB9CD-EB7F-C06A-3BAD-0A2328E158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0" i="0" u="none" strike="noStrike" dirty="0">
                <a:solidFill>
                  <a:srgbClr val="000000"/>
                </a:solidFill>
                <a:effectLst/>
              </a:rPr>
              <a:t>Infrequent Server Communication</a:t>
            </a:r>
            <a:endParaRPr lang="en-US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66EF228B-B215-9D31-0F0D-547CCB68C9A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39634" y="1480457"/>
            <a:ext cx="8490857" cy="2256656"/>
          </a:xfrm>
        </p:spPr>
        <p:txBody>
          <a:bodyPr>
            <a:normAutofit lnSpcReduction="10000"/>
          </a:bodyPr>
          <a:lstStyle/>
          <a:p>
            <a:pPr algn="l"/>
            <a:r>
              <a:rPr lang="en-US" sz="2400" b="1" i="0" u="none" strike="noStrike" dirty="0">
                <a:solidFill>
                  <a:srgbClr val="000000"/>
                </a:solidFill>
                <a:effectLst/>
              </a:rPr>
              <a:t>Problem:</a:t>
            </a:r>
          </a:p>
          <a:p>
            <a:pPr lvl="1"/>
            <a:r>
              <a:rPr lang="en-US" i="0" u="none" strike="noStrike" dirty="0">
                <a:solidFill>
                  <a:srgbClr val="000000"/>
                </a:solidFill>
                <a:effectLst/>
              </a:rPr>
              <a:t>FL performs H local SGD updates between server rounds</a:t>
            </a:r>
          </a:p>
          <a:p>
            <a:pPr lvl="1"/>
            <a:r>
              <a:rPr lang="en-US" i="0" u="none" strike="noStrike" dirty="0">
                <a:solidFill>
                  <a:srgbClr val="000000"/>
                </a:solidFill>
                <a:effectLst/>
              </a:rPr>
              <a:t>Standard </a:t>
            </a:r>
            <a:r>
              <a:rPr lang="en-US" i="0" u="none" strike="noStrike" dirty="0" err="1">
                <a:solidFill>
                  <a:srgbClr val="000000"/>
                </a:solidFill>
                <a:effectLst/>
              </a:rPr>
              <a:t>FedAvg</a:t>
            </a:r>
            <a:r>
              <a:rPr lang="en-US" i="0" u="none" strike="noStrike" dirty="0">
                <a:solidFill>
                  <a:srgbClr val="000000"/>
                </a:solidFill>
                <a:effectLst/>
              </a:rPr>
              <a:t> convergence degrades with O(H²) dependence</a:t>
            </a:r>
          </a:p>
          <a:p>
            <a:pPr lvl="1"/>
            <a:r>
              <a:rPr lang="en-US" i="0" u="none" strike="noStrike" dirty="0">
                <a:solidFill>
                  <a:srgbClr val="000000"/>
                </a:solidFill>
                <a:effectLst/>
              </a:rPr>
              <a:t>More local updates → much slower convergence</a:t>
            </a:r>
          </a:p>
          <a:p>
            <a:pPr lvl="1"/>
            <a:r>
              <a:rPr lang="en-US" i="0" u="none" strike="noStrike" dirty="0">
                <a:solidFill>
                  <a:srgbClr val="000000"/>
                </a:solidFill>
                <a:effectLst/>
              </a:rPr>
              <a:t>Trade-off: communication efficiency vs. model accuracy</a:t>
            </a:r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A50BC629-69FF-0D31-35C5-2AAFA601EAA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1664" y="3737113"/>
            <a:ext cx="7059010" cy="16099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1894145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49A3E4D-CE69-FB8E-FB51-9310D85AF2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990602-FEB6-A82C-1A15-8A73FAD772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3600" dirty="0"/>
              <a:t> peer-to-peer parameter averaging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" name="Content Placeholder 4">
                <a:extLst>
                  <a:ext uri="{FF2B5EF4-FFF2-40B4-BE49-F238E27FC236}">
                    <a16:creationId xmlns:a16="http://schemas.microsoft.com/office/drawing/2014/main" id="{8486A905-B6DB-4EED-E5AB-6D04719B73D1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339634" y="1480457"/>
                <a:ext cx="8490857" cy="1868800"/>
              </a:xfrm>
            </p:spPr>
            <p:txBody>
              <a:bodyPr>
                <a:normAutofit/>
              </a:bodyPr>
              <a:lstStyle/>
              <a:p>
                <a:pPr algn="l"/>
                <a:r>
                  <a:rPr lang="en-US" sz="2400" b="1" i="0" u="none" strike="noStrike" dirty="0">
                    <a:solidFill>
                      <a:srgbClr val="000000"/>
                    </a:solidFill>
                    <a:effectLst/>
                  </a:rPr>
                  <a:t>Solution</a:t>
                </a:r>
                <a:r>
                  <a:rPr lang="en-US" sz="2400" i="0" u="none" strike="noStrike" dirty="0">
                    <a:solidFill>
                      <a:srgbClr val="000000"/>
                    </a:solidFill>
                    <a:effectLst/>
                  </a:rPr>
                  <a:t>:</a:t>
                </a:r>
              </a:p>
              <a:p>
                <a:pPr lvl="1"/>
                <a:r>
                  <a:rPr lang="en-US" sz="2000" i="0" u="none" strike="noStrike" dirty="0" err="1">
                    <a:solidFill>
                      <a:srgbClr val="000000"/>
                    </a:solidFill>
                    <a:effectLst/>
                  </a:rPr>
                  <a:t>FedDec</a:t>
                </a:r>
                <a:r>
                  <a:rPr lang="en-US" sz="2000" i="0" u="none" strike="noStrike" dirty="0">
                    <a:solidFill>
                      <a:srgbClr val="000000"/>
                    </a:solidFill>
                    <a:effectLst/>
                  </a:rPr>
                  <a:t> adds peer-to-peer parameter averaging between local updates</a:t>
                </a:r>
              </a:p>
              <a:p>
                <a:pPr lvl="1"/>
                <a:r>
                  <a:rPr lang="en-US" sz="2000" i="0" u="none" strike="noStrike" dirty="0">
                    <a:solidFill>
                      <a:srgbClr val="000000"/>
                    </a:solidFill>
                    <a:effectLst/>
                  </a:rPr>
                  <a:t>Each device averages its parameters with neighbors after each SGD step</a:t>
                </a:r>
              </a:p>
              <a:p>
                <a:pPr lvl="1"/>
                <a:r>
                  <a:rPr lang="en-US" sz="2000" i="0" u="none" strike="noStrike" dirty="0">
                    <a:solidFill>
                      <a:srgbClr val="000000"/>
                    </a:solidFill>
                    <a:effectLst/>
                  </a:rPr>
                  <a:t>Reduces dependence from </a:t>
                </a:r>
                <a14:m>
                  <m:oMath xmlns:m="http://schemas.openxmlformats.org/officeDocument/2006/math">
                    <m:r>
                      <a:rPr lang="en-US" sz="2000" i="1" u="none" strike="noStrike" dirty="0" smtClean="0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</a:rPr>
                      <m:t>𝑂</m:t>
                    </m:r>
                    <m:r>
                      <a:rPr lang="en-US" sz="2000" i="1" u="none" strike="noStrike" dirty="0" smtClean="0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000" i="1" u="none" strike="noStrike" dirty="0" smtClean="0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</a:rPr>
                      <m:t>𝐻</m:t>
                    </m:r>
                    <m:r>
                      <a:rPr lang="en-US" sz="2000" i="1" u="none" strike="noStrike" dirty="0" smtClean="0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</a:rPr>
                      <m:t>²) </m:t>
                    </m:r>
                  </m:oMath>
                </a14:m>
                <a:r>
                  <a:rPr lang="en-US" sz="2000" i="0" u="none" strike="noStrike" dirty="0">
                    <a:solidFill>
                      <a:srgbClr val="000000"/>
                    </a:solidFill>
                    <a:effectLst/>
                  </a:rPr>
                  <a:t>to </a:t>
                </a:r>
                <a14:m>
                  <m:oMath xmlns:m="http://schemas.openxmlformats.org/officeDocument/2006/math">
                    <m:r>
                      <a:rPr lang="en-US" sz="2000" i="1" u="none" strike="noStrike" dirty="0" smtClean="0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</a:rPr>
                      <m:t>𝑂</m:t>
                    </m:r>
                    <m:r>
                      <a:rPr lang="en-US" sz="2000" i="1" u="none" strike="noStrike" dirty="0" smtClean="0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000" i="1" u="none" strike="noStrike" dirty="0" smtClean="0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</a:rPr>
                      <m:t>𝛼</m:t>
                    </m:r>
                    <m:r>
                      <a:rPr lang="en-US" sz="2000" i="1" u="none" strike="noStrike" dirty="0" smtClean="0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</a:rPr>
                      <m:t>𝐻</m:t>
                    </m:r>
                    <m:r>
                      <a:rPr lang="en-US" sz="2000" i="1" u="none" strike="noStrike" dirty="0" smtClean="0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</a:p>
              <a:p>
                <a:pPr lvl="1"/>
                <a:r>
                  <a:rPr lang="en-US" sz="2000" i="0" u="none" strike="noStrike" dirty="0">
                    <a:solidFill>
                      <a:srgbClr val="000000"/>
                    </a:solidFill>
                    <a:effectLst/>
                  </a:rPr>
                  <a:t>Where α depends on network connectivity (explained later)</a:t>
                </a:r>
                <a:endParaRPr lang="en-US" sz="2000" dirty="0"/>
              </a:p>
            </p:txBody>
          </p:sp>
        </mc:Choice>
        <mc:Fallback>
          <p:sp>
            <p:nvSpPr>
              <p:cNvPr id="5" name="Content Placeholder 4">
                <a:extLst>
                  <a:ext uri="{FF2B5EF4-FFF2-40B4-BE49-F238E27FC236}">
                    <a16:creationId xmlns:a16="http://schemas.microsoft.com/office/drawing/2014/main" id="{8486A905-B6DB-4EED-E5AB-6D04719B73D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339634" y="1480457"/>
                <a:ext cx="8490857" cy="1868800"/>
              </a:xfrm>
              <a:blipFill>
                <a:blip r:embed="rId2"/>
                <a:stretch>
                  <a:fillRect l="-1005" t="-4575" b="-98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Picture 3">
            <a:extLst>
              <a:ext uri="{FF2B5EF4-FFF2-40B4-BE49-F238E27FC236}">
                <a16:creationId xmlns:a16="http://schemas.microsoft.com/office/drawing/2014/main" id="{F78CF213-4328-FBDD-057A-916407B3B83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3863790"/>
            <a:ext cx="9144000" cy="10998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2406860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D62D6D-77CD-7C33-ED35-E709F4BA06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4000" b="0" i="0" u="none" strike="noStrike" dirty="0">
                <a:solidFill>
                  <a:srgbClr val="000000"/>
                </a:solidFill>
                <a:effectLst/>
                <a:latin typeface="-webkit-standard"/>
              </a:rPr>
              <a:t>Data Heterogeneity (Non-IID)</a:t>
            </a:r>
            <a:endParaRPr lang="en-US" sz="4000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9F02872-090D-32C1-4FA9-9128656E1ECC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 vert="horz" lIns="68580" tIns="34290" rIns="68580" bIns="34290" rtlCol="0" anchor="t">
                <a:normAutofit/>
              </a:bodyPr>
              <a:lstStyle/>
              <a:p>
                <a:pPr algn="l"/>
                <a:r>
                  <a:rPr lang="en-US" sz="2400" i="0" u="none" strike="noStrike" dirty="0">
                    <a:solidFill>
                      <a:srgbClr val="000000"/>
                    </a:solidFill>
                    <a:effectLst/>
                  </a:rPr>
                  <a:t>Devices have different, non-IID data distributions</a:t>
                </a:r>
              </a:p>
              <a:p>
                <a:pPr algn="l"/>
                <a:r>
                  <a:rPr lang="en-US" sz="2400" i="0" u="none" strike="noStrike" dirty="0">
                    <a:solidFill>
                      <a:srgbClr val="000000"/>
                    </a:solidFill>
                    <a:effectLst/>
                  </a:rPr>
                  <a:t>Local models drift apart during H local updates</a:t>
                </a:r>
              </a:p>
              <a:p>
                <a:pPr algn="l"/>
                <a:r>
                  <a:rPr lang="en-US" sz="2400" i="0" u="none" strike="noStrike" dirty="0">
                    <a:solidFill>
                      <a:srgbClr val="000000"/>
                    </a:solidFill>
                    <a:effectLst/>
                  </a:rPr>
                  <a:t>Heterogeneity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l-GR" sz="2400" i="0" u="none" strike="noStrike" dirty="0" smtClean="0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</a:rPr>
                      <m:t>Γ</m:t>
                    </m:r>
                    <m:r>
                      <a:rPr lang="el-GR" sz="2400" i="1" u="none" strike="noStrike" dirty="0" smtClean="0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</a:rPr>
                      <m:t> = </m:t>
                    </m:r>
                    <m:d>
                      <m:dPr>
                        <m:ctrlPr>
                          <a:rPr lang="el-GR" sz="2400" i="1" u="none" strike="noStrike" dirty="0" smtClean="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l-GR" sz="2400" i="1" u="none" strike="noStrike" dirty="0" smtClean="0">
                                <a:solidFill>
                                  <a:srgbClr val="000000"/>
                                </a:solidFill>
                                <a:effectLst/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l-GR" sz="2400" i="1" u="none" strike="noStrike" dirty="0" smtClean="0">
                                <a:solidFill>
                                  <a:srgbClr val="000000"/>
                                </a:solidFill>
                                <a:effectLst/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US" sz="2400" i="1" u="none" strike="noStrike" dirty="0" smtClean="0">
                                <a:solidFill>
                                  <a:srgbClr val="000000"/>
                                </a:solidFill>
                                <a:effectLst/>
                                <a:latin typeface="Cambria Math" panose="02040503050406030204" pitchFamily="18" charset="0"/>
                              </a:rPr>
                              <m:t>𝑛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l-GR" sz="2400" i="0" u="none" strike="noStrike" dirty="0" smtClean="0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</a:rPr>
                      <m:t>Σ</m:t>
                    </m:r>
                    <m:r>
                      <a:rPr lang="el-GR" sz="2400" i="1" u="none" strike="noStrike" dirty="0" smtClean="0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400" i="1" u="none" strike="noStrike" dirty="0" err="1" smtClean="0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</a:rPr>
                      <m:t>𝐹</m:t>
                    </m:r>
                    <m:r>
                      <a:rPr lang="en-US" sz="2400" i="1" u="none" strike="noStrike" dirty="0" err="1" smtClean="0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</a:rPr>
                      <m:t>_</m:t>
                    </m:r>
                    <m:r>
                      <a:rPr lang="en-US" sz="2400" i="1" u="none" strike="noStrike" dirty="0" err="1" smtClean="0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US" sz="2400" i="1" u="none" strike="noStrike" dirty="0" smtClean="0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400" i="1" u="none" strike="noStrike" dirty="0" smtClean="0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</a:rPr>
                      <m:t>𝑧</m:t>
                    </m:r>
                    <m:r>
                      <a:rPr lang="en-US" sz="2400" i="1" u="none" strike="noStrike" dirty="0" smtClean="0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</a:rPr>
                      <m:t>∗) − </m:t>
                    </m:r>
                    <m:r>
                      <a:rPr lang="en-US" sz="2400" i="1" u="none" strike="noStrike" dirty="0" err="1" smtClean="0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</a:rPr>
                      <m:t>𝐹</m:t>
                    </m:r>
                    <m:r>
                      <a:rPr lang="en-US" sz="2400" i="1" u="none" strike="noStrike" dirty="0" err="1" smtClean="0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</a:rPr>
                      <m:t>_</m:t>
                    </m:r>
                    <m:r>
                      <a:rPr lang="en-US" sz="2400" i="1" u="none" strike="noStrike" dirty="0" err="1" smtClean="0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US" sz="2400" i="1" u="none" strike="noStrike" dirty="0" smtClean="0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400" i="1" u="none" strike="noStrike" dirty="0" smtClean="0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</a:rPr>
                      <m:t>𝑧</m:t>
                    </m:r>
                    <m:r>
                      <a:rPr lang="en-US" sz="2400" i="1" u="none" strike="noStrike" dirty="0" smtClean="0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</a:rPr>
                      <m:t>∗_</m:t>
                    </m:r>
                    <m:r>
                      <a:rPr lang="en-US" sz="2400" i="1" u="none" strike="noStrike" dirty="0" err="1" smtClean="0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US" sz="2400" i="1" u="none" strike="noStrike" dirty="0" smtClean="0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</a:rPr>
                      <m:t>)) </m:t>
                    </m:r>
                  </m:oMath>
                </a14:m>
                <a:r>
                  <a:rPr lang="en-US" sz="2400" i="0" u="none" strike="noStrike" dirty="0">
                    <a:solidFill>
                      <a:srgbClr val="000000"/>
                    </a:solidFill>
                    <a:effectLst/>
                  </a:rPr>
                  <a:t>quantifies divergence</a:t>
                </a:r>
              </a:p>
              <a:p>
                <a:pPr algn="l"/>
                <a:r>
                  <a:rPr lang="en-US" sz="2400" i="0" u="none" strike="noStrike" dirty="0">
                    <a:solidFill>
                      <a:srgbClr val="000000"/>
                    </a:solidFill>
                    <a:effectLst/>
                  </a:rPr>
                  <a:t>Server averaging can't correct drift frequently enough</a:t>
                </a:r>
                <a:endParaRPr lang="en-US" sz="2000" i="0" u="none" strike="noStrike" dirty="0">
                  <a:solidFill>
                    <a:srgbClr val="000000"/>
                  </a:solidFill>
                  <a:effectLst/>
                </a:endParaRPr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9F02872-090D-32C1-4FA9-9128656E1EC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292" t="-207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Picture 4">
            <a:extLst>
              <a:ext uri="{FF2B5EF4-FFF2-40B4-BE49-F238E27FC236}">
                <a16:creationId xmlns:a16="http://schemas.microsoft.com/office/drawing/2014/main" id="{4131CF07-6D92-3D4B-AF1E-88A68AD94ED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40910" y="2322650"/>
            <a:ext cx="4516481" cy="7018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3515002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F3391E7F-245A-1E84-9668-7D054D1B09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Gossip-style averaging with neighbors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" name="Content Placeholder 2">
                <a:extLst>
                  <a:ext uri="{FF2B5EF4-FFF2-40B4-BE49-F238E27FC236}">
                    <a16:creationId xmlns:a16="http://schemas.microsoft.com/office/drawing/2014/main" id="{6841D8DE-B43A-4AEB-EDCB-98CEA44B8A12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339634" y="1480457"/>
                <a:ext cx="8490857" cy="4696506"/>
              </a:xfrm>
            </p:spPr>
            <p:txBody>
              <a:bodyPr vert="horz" lIns="68580" tIns="34290" rIns="68580" bIns="34290" rtlCol="0" anchor="t">
                <a:normAutofit/>
              </a:bodyPr>
              <a:lstStyle/>
              <a:p>
                <a:pPr algn="l"/>
                <a:r>
                  <a:rPr lang="en-US" sz="2400" i="0" u="none" strike="noStrike" dirty="0">
                    <a:solidFill>
                      <a:srgbClr val="000000"/>
                    </a:solidFill>
                    <a:effectLst/>
                  </a:rPr>
                  <a:t>realigns models continuously</a:t>
                </a:r>
              </a:p>
              <a:p>
                <a:pPr algn="l"/>
                <a:r>
                  <a:rPr lang="en-US" sz="2400" i="0" u="none" strike="noStrike" dirty="0">
                    <a:solidFill>
                      <a:srgbClr val="000000"/>
                    </a:solidFill>
                    <a:effectLst/>
                  </a:rPr>
                  <a:t>Happens every iteration (not every H iterations)</a:t>
                </a:r>
              </a:p>
              <a:p>
                <a:pPr algn="l"/>
                <a:r>
                  <a:rPr lang="en-US" sz="2400" i="0" u="none" strike="noStrike" dirty="0">
                    <a:solidFill>
                      <a:srgbClr val="000000"/>
                    </a:solidFill>
                    <a:effectLst/>
                  </a:rPr>
                  <a:t>Uses mixing matrix </a:t>
                </a:r>
                <a14:m>
                  <m:oMath xmlns:m="http://schemas.openxmlformats.org/officeDocument/2006/math">
                    <m:r>
                      <a:rPr lang="en-US" sz="2400" i="1" u="none" strike="noStrike" dirty="0" smtClean="0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</a:rPr>
                      <m:t>𝑊</m:t>
                    </m:r>
                  </m:oMath>
                </a14:m>
                <a:r>
                  <a:rPr lang="en-US" sz="2400" i="0" u="none" strike="noStrike" dirty="0">
                    <a:solidFill>
                      <a:srgbClr val="000000"/>
                    </a:solidFill>
                    <a:effectLst/>
                  </a:rPr>
                  <a:t> where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 u="none" strike="noStrike" dirty="0" smtClean="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 u="none" strike="noStrike" dirty="0" smtClean="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</a:rPr>
                          <m:t>𝑊</m:t>
                        </m:r>
                      </m:e>
                      <m:sub>
                        <m:r>
                          <a:rPr lang="en-US" sz="2400" i="1" u="none" strike="noStrike" dirty="0" smtClean="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</a:rPr>
                          <m:t>𝑖𝑗</m:t>
                        </m:r>
                      </m:sub>
                    </m:sSub>
                    <m:r>
                      <a:rPr lang="en-US" sz="2400" i="1" u="none" strike="noStrike" dirty="0" smtClean="0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2400" i="0" u="none" strike="noStrike" dirty="0">
                    <a:solidFill>
                      <a:srgbClr val="000000"/>
                    </a:solidFill>
                    <a:effectLst/>
                  </a:rPr>
                  <a:t>&gt; 0 for connected neighbors</a:t>
                </a:r>
              </a:p>
              <a:p>
                <a:pPr algn="l"/>
                <a:r>
                  <a:rPr lang="en-US" sz="2400" i="0" u="none" strike="noStrike" dirty="0">
                    <a:solidFill>
                      <a:srgbClr val="000000"/>
                    </a:solidFill>
                    <a:effectLst/>
                  </a:rPr>
                  <a:t>Keeps local models closer to global optimum despite non-IID data</a:t>
                </a:r>
                <a:endParaRPr lang="en-US" sz="2000" i="0" u="none" strike="noStrike" dirty="0">
                  <a:solidFill>
                    <a:srgbClr val="000000"/>
                  </a:solidFill>
                  <a:effectLst/>
                </a:endParaRPr>
              </a:p>
            </p:txBody>
          </p:sp>
        </mc:Choice>
        <mc:Fallback>
          <p:sp>
            <p:nvSpPr>
              <p:cNvPr id="5" name="Content Placeholder 2">
                <a:extLst>
                  <a:ext uri="{FF2B5EF4-FFF2-40B4-BE49-F238E27FC236}">
                    <a16:creationId xmlns:a16="http://schemas.microsoft.com/office/drawing/2014/main" id="{6841D8DE-B43A-4AEB-EDCB-98CEA44B8A1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339634" y="1480457"/>
                <a:ext cx="8490857" cy="4696506"/>
              </a:xfrm>
              <a:blipFill>
                <a:blip r:embed="rId2"/>
                <a:stretch>
                  <a:fillRect l="-1292" t="-2078" r="-86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45187980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03174B-6265-F37A-A8BC-9065CE3A1F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4000" b="0" dirty="0">
                <a:solidFill>
                  <a:srgbClr val="000000"/>
                </a:solidFill>
                <a:latin typeface="-webkit-standard"/>
              </a:rPr>
              <a:t>Limited Server Bandwidth</a:t>
            </a:r>
            <a:endParaRPr lang="en-US" sz="4000" dirty="0">
              <a:latin typeface="Calibri"/>
              <a:ea typeface="Calibri"/>
              <a:cs typeface="Calibri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C5F94D0-51EC-85E2-7A9D-345F74252E4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68580" tIns="34290" rIns="68580" bIns="34290" rtlCol="0" anchor="t">
            <a:normAutofit/>
          </a:bodyPr>
          <a:lstStyle/>
          <a:p>
            <a:pPr algn="l"/>
            <a:r>
              <a:rPr lang="en-US" i="0" u="none" strike="noStrike" dirty="0">
                <a:solidFill>
                  <a:srgbClr val="000000"/>
                </a:solidFill>
                <a:effectLst/>
              </a:rPr>
              <a:t>Central server has </a:t>
            </a:r>
            <a:r>
              <a:rPr lang="en-US" b="1" i="0" u="none" strike="noStrike" dirty="0">
                <a:solidFill>
                  <a:srgbClr val="000000"/>
                </a:solidFill>
                <a:effectLst/>
              </a:rPr>
              <a:t>limited bandwidth </a:t>
            </a:r>
            <a:r>
              <a:rPr lang="en-US" i="0" u="none" strike="noStrike" dirty="0">
                <a:solidFill>
                  <a:srgbClr val="000000"/>
                </a:solidFill>
                <a:effectLst/>
              </a:rPr>
              <a:t>(low-bandwidth links)</a:t>
            </a:r>
          </a:p>
          <a:p>
            <a:pPr algn="l"/>
            <a:r>
              <a:rPr lang="en-US" i="0" u="none" strike="noStrike" dirty="0">
                <a:solidFill>
                  <a:srgbClr val="000000"/>
                </a:solidFill>
                <a:effectLst/>
              </a:rPr>
              <a:t>Only K ≪ n devices can participate per round (partial participation)</a:t>
            </a:r>
          </a:p>
          <a:p>
            <a:pPr algn="l"/>
            <a:r>
              <a:rPr lang="en-US" i="0" u="none" strike="noStrike" dirty="0">
                <a:solidFill>
                  <a:srgbClr val="000000"/>
                </a:solidFill>
                <a:effectLst/>
              </a:rPr>
              <a:t>Cellular spectrum is shared → communication bottleneck</a:t>
            </a:r>
          </a:p>
          <a:p>
            <a:pPr algn="l"/>
            <a:r>
              <a:rPr lang="en-US" i="0" u="none" strike="noStrike" dirty="0">
                <a:solidFill>
                  <a:srgbClr val="000000"/>
                </a:solidFill>
                <a:effectLst/>
              </a:rPr>
              <a:t>Can't afford frequent server communication</a:t>
            </a:r>
          </a:p>
        </p:txBody>
      </p:sp>
    </p:spTree>
    <p:extLst>
      <p:ext uri="{BB962C8B-B14F-4D97-AF65-F5344CB8AC3E}">
        <p14:creationId xmlns:p14="http://schemas.microsoft.com/office/powerpoint/2010/main" val="167232683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73E6DE3-1944-68EB-AD68-6F4AAA80B0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EE0394-9D25-59DF-1189-C6964F1D8E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4000" dirty="0"/>
              <a:t>Short-range device-to-device (D2D) 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2A47F51C-17B8-4D52-9830-9031AEB3A740}"/>
              </a:ext>
            </a:extLst>
          </p:cNvPr>
          <p:cNvSpPr txBox="1">
            <a:spLocks/>
          </p:cNvSpPr>
          <p:nvPr/>
        </p:nvSpPr>
        <p:spPr>
          <a:xfrm>
            <a:off x="271054" y="1427117"/>
            <a:ext cx="8490857" cy="469650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400" dirty="0"/>
              <a:t>P2P links have </a:t>
            </a:r>
            <a:r>
              <a:rPr lang="en-US" sz="2400" b="1" dirty="0"/>
              <a:t>higher bandwidth </a:t>
            </a:r>
            <a:r>
              <a:rPr lang="en-US" sz="2400" dirty="0"/>
              <a:t>via spectrum reuse</a:t>
            </a:r>
          </a:p>
          <a:p>
            <a:r>
              <a:rPr lang="en-US" sz="2400" dirty="0"/>
              <a:t>High-bandwidth peer communication (every step) + low-bandwidth server (every H steps)</a:t>
            </a:r>
          </a:p>
          <a:p>
            <a:r>
              <a:rPr lang="en-US" sz="2400" dirty="0"/>
              <a:t>Devices communicate much more frequently without overloading server</a:t>
            </a:r>
          </a:p>
        </p:txBody>
      </p:sp>
      <p:pic>
        <p:nvPicPr>
          <p:cNvPr id="1028" name="Picture 4">
            <a:extLst>
              <a:ext uri="{FF2B5EF4-FFF2-40B4-BE49-F238E27FC236}">
                <a16:creationId xmlns:a16="http://schemas.microsoft.com/office/drawing/2014/main" id="{8094776D-CC54-6753-AF1B-7B8B1790D29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7000" y="-549275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05302758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0B73A4-6FD1-6F97-B9A5-414C350816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F59C31-AC88-9F41-1A92-E7ADBB7FCC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3600" dirty="0"/>
              <a:t>Visualization</a:t>
            </a:r>
          </a:p>
        </p:txBody>
      </p:sp>
      <p:pic>
        <p:nvPicPr>
          <p:cNvPr id="9" name="Content Placeholder 8">
            <a:extLst>
              <a:ext uri="{FF2B5EF4-FFF2-40B4-BE49-F238E27FC236}">
                <a16:creationId xmlns:a16="http://schemas.microsoft.com/office/drawing/2014/main" id="{8FE0AFD9-74EA-DD54-2A25-670D046461D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053432" y="1481138"/>
            <a:ext cx="5064124" cy="46958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9858939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98595F-0E72-49CD-D83A-1723C89643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4000" dirty="0"/>
              <a:t>Network Topology Impact</a:t>
            </a:r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F9EA0AB2-8BDB-8BFC-FD58-D1467BED9CE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891491" y="1481138"/>
            <a:ext cx="5388006" cy="46958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6985433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0B9D8B-00D6-566D-768B-03381ED313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da-DK" sz="4000" dirty="0"/>
              <a:t>FedDec Algorithm</a:t>
            </a:r>
            <a:endParaRPr lang="en-US" sz="4000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4238A12E-4BFD-4E76-444A-C338401572C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32553" y="1349830"/>
            <a:ext cx="6004783" cy="47315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3459375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DAD074-3CE0-9139-A9FF-7212C3BD72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Reference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97DA269-92D0-66D3-9B05-F56F7AD5612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r>
              <a:rPr lang="en-US" dirty="0"/>
              <a:t>V. Gupta, A. Luqman, N. Chattopadhyay, A. Chattopadhyay and D. </a:t>
            </a:r>
            <a:r>
              <a:rPr lang="en-US" dirty="0" err="1"/>
              <a:t>Niyato</a:t>
            </a:r>
            <a:r>
              <a:rPr lang="en-US" dirty="0"/>
              <a:t>, "</a:t>
            </a:r>
            <a:r>
              <a:rPr lang="en-US" dirty="0" err="1"/>
              <a:t>TravellingFL</a:t>
            </a:r>
            <a:r>
              <a:rPr lang="en-US" dirty="0"/>
              <a:t>: Communication Efficient Peer-to-Peer Federated Learning," in IEEE Transactions on Vehicular Technology, vol. 73, no. 4, pp. 5005-5019, April 2024, </a:t>
            </a:r>
            <a:r>
              <a:rPr lang="en-US" dirty="0" err="1"/>
              <a:t>doi</a:t>
            </a:r>
            <a:r>
              <a:rPr lang="en-US" dirty="0"/>
              <a:t>: 10.1109/TVT.2023.3332898.</a:t>
            </a:r>
          </a:p>
          <a:p>
            <a:endParaRPr lang="en-US" dirty="0"/>
          </a:p>
          <a:p>
            <a:r>
              <a:rPr lang="en-US" dirty="0"/>
              <a:t>M. Costantini, G. Neglia and T. Spyropoulos, "</a:t>
            </a:r>
            <a:r>
              <a:rPr lang="en-US" dirty="0" err="1"/>
              <a:t>FedDec</a:t>
            </a:r>
            <a:r>
              <a:rPr lang="en-US" dirty="0"/>
              <a:t>: Peer-to-peer Aided Federated Learning," 2024 IEEE 25th International Workshop on Signal Processing Advances in Wireless Communications (SPAWC), Lucca, Italy, 2024, pp. 426-430, </a:t>
            </a:r>
            <a:r>
              <a:rPr lang="en-US" dirty="0" err="1"/>
              <a:t>doi</a:t>
            </a:r>
            <a:r>
              <a:rPr lang="en-US" dirty="0"/>
              <a:t>: 10.1109/SPAWC60668.2024.10694344.</a:t>
            </a:r>
          </a:p>
        </p:txBody>
      </p:sp>
    </p:spTree>
    <p:extLst>
      <p:ext uri="{BB962C8B-B14F-4D97-AF65-F5344CB8AC3E}">
        <p14:creationId xmlns:p14="http://schemas.microsoft.com/office/powerpoint/2010/main" val="1003681097"/>
      </p:ext>
    </p:extLst>
  </p:cSld>
  <p:clrMapOvr>
    <a:masterClrMapping/>
  </p:clrMapOvr>
</p:sld>
</file>

<file path=ppt/theme/theme1.xml><?xml version="1.0" encoding="utf-8"?>
<a:theme xmlns:a="http://schemas.openxmlformats.org/drawingml/2006/main" name="covis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ovis" id="{E97EAE5A-6ED3-40F8-8572-7C2171E4477C}" vid="{BC0DEF65-8CF8-4D97-943E-B1B9C0AA3E14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Metadata/LabelInfo.xml><?xml version="1.0" encoding="utf-8"?>
<clbl:labelList xmlns:clbl="http://schemas.microsoft.com/office/2020/mipLabelMetadata">
  <clbl:label id="{37f4b8a2-ad4f-41b5-9a91-284d2cc38f56}" enabled="1" method="Standard" siteId="{70de1992-07c6-480f-a318-a1afcba03983}" contentBits="0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covis</Template>
  <TotalTime>1581</TotalTime>
  <Words>462</Words>
  <Application>Microsoft Office PowerPoint</Application>
  <PresentationFormat>On-screen Show (4:3)</PresentationFormat>
  <Paragraphs>45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8" baseType="lpstr">
      <vt:lpstr>Arial</vt:lpstr>
      <vt:lpstr>Calibri</vt:lpstr>
      <vt:lpstr>Calibri Light</vt:lpstr>
      <vt:lpstr>Cambria Math</vt:lpstr>
      <vt:lpstr>-webkit-standard</vt:lpstr>
      <vt:lpstr>covis</vt:lpstr>
      <vt:lpstr>PowerPoint Presentation</vt:lpstr>
      <vt:lpstr>Core Problems in Standard FL</vt:lpstr>
      <vt:lpstr>Infrequent Server Communication</vt:lpstr>
      <vt:lpstr> peer-to-peer parameter averaging</vt:lpstr>
      <vt:lpstr>Data Heterogeneity (Non-IID)</vt:lpstr>
      <vt:lpstr>Gossip-style averaging with neighbors</vt:lpstr>
      <vt:lpstr>Limited Server Bandwidth</vt:lpstr>
      <vt:lpstr>Short-range device-to-device (D2D) </vt:lpstr>
      <vt:lpstr>Visualization</vt:lpstr>
      <vt:lpstr>Network Topology Impact</vt:lpstr>
      <vt:lpstr>FedDec Algorithm</vt:lpstr>
      <vt:lpstr>Reference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Registration of Point Sets with Large and Uneven Non-Rigid Deformation</dc:title>
  <dc:creator>Maharjan, Amar</dc:creator>
  <cp:lastModifiedBy>Oyima Antseleve, Jean Pierre</cp:lastModifiedBy>
  <cp:revision>66</cp:revision>
  <dcterms:created xsi:type="dcterms:W3CDTF">2022-07-19T22:32:27Z</dcterms:created>
  <dcterms:modified xsi:type="dcterms:W3CDTF">2026-01-31T11:42:55Z</dcterms:modified>
</cp:coreProperties>
</file>