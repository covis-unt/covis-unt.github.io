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379" r:id="rId2"/>
    <p:sldId id="389" r:id="rId3"/>
    <p:sldId id="390" r:id="rId4"/>
    <p:sldId id="391" r:id="rId5"/>
    <p:sldId id="392" r:id="rId6"/>
    <p:sldId id="393" r:id="rId7"/>
    <p:sldId id="394" r:id="rId8"/>
    <p:sldId id="3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2978" autoAdjust="0"/>
  </p:normalViewPr>
  <p:slideViewPr>
    <p:cSldViewPr snapToGrid="0">
      <p:cViewPr varScale="1">
        <p:scale>
          <a:sx n="63" d="100"/>
          <a:sy n="63" d="100"/>
        </p:scale>
        <p:origin x="14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2/13/2026 2:36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MSRS-DETR: End-to-End Object Detection for Multi-Scale Remote Sensing</a:t>
            </a:r>
            <a:br>
              <a:rPr lang="en-IN" dirty="0"/>
            </a:br>
            <a:r>
              <a:rPr lang="en-US" sz="2700" dirty="0"/>
              <a:t>Ji Yuan, Zhao Chen, Shuyi Feng and Hao Han</a:t>
            </a:r>
            <a:br>
              <a:rPr lang="en-IN" dirty="0"/>
            </a:br>
            <a:r>
              <a:rPr lang="en-IN" sz="2700" dirty="0"/>
              <a:t>Remote Sensing 9/14/25</a:t>
            </a:r>
            <a:endParaRPr lang="en-US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Presented by Aniv Chakravarty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837F-A57C-0495-5685-9F0DD08B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24A94-815A-F38D-41F4-446579D94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Mainstream detectors fail to account for spectral bias and high-frequency information.</a:t>
                </a:r>
              </a:p>
              <a:p>
                <a:r>
                  <a:rPr lang="en-IN" dirty="0"/>
                  <a:t>A detector that can seamlessly fuse spatial and frequency cues is likely to overcome intrinsic limitations for high-precision remote sensing object detection.</a:t>
                </a:r>
              </a:p>
              <a:p>
                <a:r>
                  <a:rPr lang="en-IN" dirty="0"/>
                  <a:t>Proposal:</a:t>
                </a:r>
              </a:p>
              <a:p>
                <a:pPr lvl="1"/>
                <a:r>
                  <a:rPr lang="en-IN" dirty="0"/>
                  <a:t> Integrate frequency domain analysis into backbone, encoder and feature fusion to improve multi-scale detection.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𝐹𝐴𝑇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𝑁𝐸𝑇</m:t>
                    </m:r>
                  </m:oMath>
                </a14:m>
                <a:r>
                  <a:rPr lang="en-IN" dirty="0"/>
                  <a:t> that has frequency attention</a:t>
                </a:r>
              </a:p>
              <a:p>
                <a:pPr lvl="1"/>
                <a:r>
                  <a:rPr lang="en-IN" dirty="0"/>
                  <a:t>Entanglement Transformer Block (ETB) for joint frequency-spatial attention to distil robust semantics and suppress background inference.</a:t>
                </a:r>
              </a:p>
              <a:p>
                <a:pPr lvl="1"/>
                <a:r>
                  <a:rPr lang="en-IN" dirty="0"/>
                  <a:t>S2-CCFF bidirectional fusion that preserves high resolution and boosts recall at modest latency overhead.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24A94-815A-F38D-41F4-446579D94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9" t="-2987" b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2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F580-258E-F73F-D8D9-A71BCB70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architecture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FB065A-7B03-45E3-5ADD-050EEB8CF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817" y="1182624"/>
            <a:ext cx="6461107" cy="499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4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562B-1735-EB8F-9CFF-F9EFB29D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C2f frequency attention block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37952-360F-D7C1-FEB3-15CA78413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30" y="1186052"/>
            <a:ext cx="6663539" cy="499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5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F1A6-0CA4-935A-79DE-1D8A4DA9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C8F2B-3657-A15B-0ABE-11F73097E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242" y="1481138"/>
            <a:ext cx="9810442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3997-812D-C69A-83E1-5C37CACE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S2CCFF and decoder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7D46AD-E900-D21F-BA6C-67C4F448B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6256" y="1045911"/>
            <a:ext cx="3700217" cy="4562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50269B-C242-4C36-68B6-B39D3ECDC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473" y="680151"/>
            <a:ext cx="3388803" cy="5101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AFF158-4250-6837-2870-EE485737DF07}"/>
              </a:ext>
            </a:extLst>
          </p:cNvPr>
          <p:cNvSpPr txBox="1"/>
          <p:nvPr/>
        </p:nvSpPr>
        <p:spPr>
          <a:xfrm>
            <a:off x="452845" y="1524000"/>
            <a:ext cx="42654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bidirectional topology to exchange information from {2,3,4,5}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Ordinary convolutions have fixed receptive field limits while RepC3 has structural re-parameterisation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Training mates 3x3, 1x1 and an identity pathway.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Inference algebraically folds to one 3x3 convolution.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Decoder uses uncertainty-minimal query selection from RT-DETR for top-k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Decoder layers use self-attention to suppress redundancy and cross-attention for evidence.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Hungarian Matching for loss.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33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AA3A-5642-32C0-536D-BA4D02211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3C2B-2496-09CA-82E4-41AA9AB64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Evaluation datasets were limited to ship and ports, leaving performance on the land-based dataset to be determined.</a:t>
            </a:r>
          </a:p>
          <a:p>
            <a:r>
              <a:rPr lang="en-IN" dirty="0"/>
              <a:t>Partial occlusion and low contrast scenarios from clouds and shadows.</a:t>
            </a:r>
          </a:p>
          <a:p>
            <a:r>
              <a:rPr lang="en-IN" dirty="0"/>
              <a:t>Main comparison between Yolov8m and RT-DETR.</a:t>
            </a:r>
          </a:p>
          <a:p>
            <a:r>
              <a:rPr lang="en-IN" dirty="0"/>
              <a:t>4M reduction in parameters, increase in computation by 23 GFLOPs and  2% increase in precision across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5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B655-B213-B5EB-8197-AAD2C2EA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06EC-187D-19F8-9A53-A8C09C1FC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Yuan, J., Feng, S., &amp; Han, H. (2025). MSRS-DETR: End-to-End Object Detection for Multi-Scale Remote Sensing. </a:t>
            </a:r>
            <a:r>
              <a:rPr lang="en-US" i="1" dirty="0"/>
              <a:t>Sensors</a:t>
            </a:r>
            <a:r>
              <a:rPr lang="en-US" dirty="0"/>
              <a:t>, </a:t>
            </a:r>
            <a:r>
              <a:rPr lang="en-US" i="1" dirty="0"/>
              <a:t>25</a:t>
            </a:r>
            <a:r>
              <a:rPr lang="en-US" dirty="0"/>
              <a:t>(18), 5734. https://doi.org/10.3390/s25185734</a:t>
            </a:r>
          </a:p>
        </p:txBody>
      </p:sp>
    </p:spTree>
    <p:extLst>
      <p:ext uri="{BB962C8B-B14F-4D97-AF65-F5344CB8AC3E}">
        <p14:creationId xmlns:p14="http://schemas.microsoft.com/office/powerpoint/2010/main" val="2391608272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1327</TotalTime>
  <Words>302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covis</vt:lpstr>
      <vt:lpstr>MSRS-DETR: End-to-End Object Detection for Multi-Scale Remote Sensing Ji Yuan, Zhao Chen, Shuyi Feng and Hao Han Remote Sensing 9/14/25</vt:lpstr>
      <vt:lpstr>Problem</vt:lpstr>
      <vt:lpstr>Overall architecture</vt:lpstr>
      <vt:lpstr>C2f frequency attention block</vt:lpstr>
      <vt:lpstr>ETB</vt:lpstr>
      <vt:lpstr>S2CCFF and decoder</vt:lpstr>
      <vt:lpstr>Limitations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Aniv Chakravarty</cp:lastModifiedBy>
  <cp:revision>25</cp:revision>
  <dcterms:created xsi:type="dcterms:W3CDTF">2022-07-19T22:32:27Z</dcterms:created>
  <dcterms:modified xsi:type="dcterms:W3CDTF">2026-02-13T21:24:43Z</dcterms:modified>
</cp:coreProperties>
</file>