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0"/>
  </p:notesMasterIdLst>
  <p:sldIdLst>
    <p:sldId id="379" r:id="rId2"/>
    <p:sldId id="377" r:id="rId3"/>
    <p:sldId id="384" r:id="rId4"/>
    <p:sldId id="396" r:id="rId5"/>
    <p:sldId id="394" r:id="rId6"/>
    <p:sldId id="385" r:id="rId7"/>
    <p:sldId id="397" r:id="rId8"/>
    <p:sldId id="398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5729"/>
    <a:srgbClr val="145A14"/>
    <a:srgbClr val="236423"/>
    <a:srgbClr val="2957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876" autoAdjust="0"/>
    <p:restoredTop sz="92898" autoAdjust="0"/>
  </p:normalViewPr>
  <p:slideViewPr>
    <p:cSldViewPr snapToGrid="0">
      <p:cViewPr varScale="1">
        <p:scale>
          <a:sx n="106" d="100"/>
          <a:sy n="106" d="100"/>
        </p:scale>
        <p:origin x="192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3" d="100"/>
          <a:sy n="93" d="100"/>
        </p:scale>
        <p:origin x="3584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E7E834-C4A8-4B30-8234-E597CECA3FD7}" type="datetimeFigureOut">
              <a:rPr lang="en-US" smtClean="0"/>
              <a:t>1/17/26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54D784-8A11-4578-9B5B-21FFF9476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76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54D784-8A11-4578-9B5B-21FFF947631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3458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9AFF4-1FA5-4D56-9D9C-C8DDF3508A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3000" y="1122362"/>
            <a:ext cx="6858000" cy="3144838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Title of the paper</a:t>
            </a:r>
            <a:br>
              <a:rPr lang="en-US" dirty="0"/>
            </a:br>
            <a:r>
              <a:rPr lang="en-US" dirty="0"/>
              <a:t>authors</a:t>
            </a:r>
            <a:br>
              <a:rPr lang="en-US" dirty="0"/>
            </a:br>
            <a:r>
              <a:rPr lang="en-US" dirty="0"/>
              <a:t>journal/conference, volume, issue, year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CB35512-EAE6-213E-2789-4B7268C78C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3000" y="4514850"/>
            <a:ext cx="6858000" cy="1304924"/>
          </a:xfrm>
        </p:spPr>
        <p:txBody>
          <a:bodyPr/>
          <a:lstStyle>
            <a:lvl1pPr marL="0" indent="0" algn="ctr">
              <a:spcBef>
                <a:spcPts val="1200"/>
              </a:spcBef>
              <a:buNone/>
              <a:defRPr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algn="ctr">
              <a:spcBef>
                <a:spcPts val="1200"/>
              </a:spcBef>
            </a:pPr>
            <a:r>
              <a:rPr lang="en-US" sz="2800" dirty="0"/>
              <a:t>Presented by &lt;Your Name&gt;</a:t>
            </a:r>
          </a:p>
        </p:txBody>
      </p:sp>
    </p:spTree>
    <p:extLst>
      <p:ext uri="{BB962C8B-B14F-4D97-AF65-F5344CB8AC3E}">
        <p14:creationId xmlns:p14="http://schemas.microsoft.com/office/powerpoint/2010/main" val="2701404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1CBAF-FD17-4556-B563-9F17E08F7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D2DE8-6B39-47B0-86A0-C2627A2D2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7BD1E4-D14B-4138-B4AC-D78B5E2412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93111" y="6356349"/>
            <a:ext cx="1598563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E41615-E7B9-4366-9538-68B6E9506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4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E424F4-12C2-47D2-8046-AD0B98AB4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15655" y="6356349"/>
            <a:ext cx="20574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1C2CFD-B6F9-24A5-223A-A6BCCAD41401}"/>
              </a:ext>
            </a:extLst>
          </p:cNvPr>
          <p:cNvSpPr/>
          <p:nvPr userDrawn="1"/>
        </p:nvSpPr>
        <p:spPr>
          <a:xfrm>
            <a:off x="0" y="6264276"/>
            <a:ext cx="9144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80B06F1-BF5D-3669-653C-BBC2ED18825C}"/>
              </a:ext>
            </a:extLst>
          </p:cNvPr>
          <p:cNvSpPr txBox="1">
            <a:spLocks/>
          </p:cNvSpPr>
          <p:nvPr userDrawn="1"/>
        </p:nvSpPr>
        <p:spPr>
          <a:xfrm>
            <a:off x="1293111" y="6356349"/>
            <a:ext cx="1598563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z="1200" smtClean="0"/>
              <a:pPr/>
              <a:t>1/17/26 9:45 AM</a:t>
            </a:fld>
            <a:endParaRPr lang="en-US" sz="1200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FEFEB18-E03B-55E5-9BA2-C341E7CEFE06}"/>
              </a:ext>
            </a:extLst>
          </p:cNvPr>
          <p:cNvSpPr txBox="1">
            <a:spLocks/>
          </p:cNvSpPr>
          <p:nvPr userDrawn="1"/>
        </p:nvSpPr>
        <p:spPr>
          <a:xfrm>
            <a:off x="6515655" y="6356349"/>
            <a:ext cx="20574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z="1200" smtClean="0"/>
              <a:pPr/>
              <a:t>‹#›</a:t>
            </a:fld>
            <a:endParaRPr lang="en-US" sz="1200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5DF5A49C-D9FD-6997-755D-B6F13BC5A0E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18065"/>
            <a:ext cx="1155836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0029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2E6B1-FD2B-4042-9497-7FCF9F46F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F81D52-664D-4745-91E9-0C35929436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1833E3-135F-4743-AD4B-CF0598EEAD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93111" y="6356349"/>
            <a:ext cx="1598563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42391-1657-4A8E-8C53-A4EF72DAE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4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3E976-25AB-4AE2-A7BE-ED6D08F44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15655" y="6356349"/>
            <a:ext cx="20574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C7650B-AE0B-4FFC-F612-D9CDA07C998F}"/>
              </a:ext>
            </a:extLst>
          </p:cNvPr>
          <p:cNvSpPr/>
          <p:nvPr userDrawn="1"/>
        </p:nvSpPr>
        <p:spPr>
          <a:xfrm>
            <a:off x="0" y="6264276"/>
            <a:ext cx="9144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6281A08A-38F5-6E09-3069-EDA313CB4238}"/>
              </a:ext>
            </a:extLst>
          </p:cNvPr>
          <p:cNvSpPr txBox="1">
            <a:spLocks/>
          </p:cNvSpPr>
          <p:nvPr userDrawn="1"/>
        </p:nvSpPr>
        <p:spPr>
          <a:xfrm>
            <a:off x="1293111" y="6356349"/>
            <a:ext cx="1598563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z="1200" smtClean="0"/>
              <a:pPr/>
              <a:t>1/17/26 9:45 AM</a:t>
            </a:fld>
            <a:endParaRPr lang="en-US" sz="12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DBECCC4-D2F9-0475-0FB1-EF1A481C18F2}"/>
              </a:ext>
            </a:extLst>
          </p:cNvPr>
          <p:cNvSpPr txBox="1">
            <a:spLocks/>
          </p:cNvSpPr>
          <p:nvPr userDrawn="1"/>
        </p:nvSpPr>
        <p:spPr>
          <a:xfrm>
            <a:off x="6515655" y="6356349"/>
            <a:ext cx="20574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z="1200" smtClean="0"/>
              <a:pPr/>
              <a:t>‹#›</a:t>
            </a:fld>
            <a:endParaRPr lang="en-US" sz="1200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BD1BC5C6-7516-C430-6BB8-57970560EF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18065"/>
            <a:ext cx="1155836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7608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0387A-8E2E-4D68-89BC-6A761E1C5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6087A-B910-4C97-BE78-C1EB7078A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BB1C01-0EE1-4479-8FB2-195D9916C2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914B5D-B614-4B9F-96DD-CBF2E4D54C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93111" y="6356349"/>
            <a:ext cx="1598563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02D19C-3FF2-4BD7-85E1-CB5A94C5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4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7066D6-0215-4AEF-A628-4B89070BD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15655" y="6356349"/>
            <a:ext cx="20574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BE8935-2869-75C7-ACA8-936F88800781}"/>
              </a:ext>
            </a:extLst>
          </p:cNvPr>
          <p:cNvSpPr/>
          <p:nvPr userDrawn="1"/>
        </p:nvSpPr>
        <p:spPr>
          <a:xfrm>
            <a:off x="0" y="6264276"/>
            <a:ext cx="9144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37DA7235-104C-72E0-37C3-CA20C74031FC}"/>
              </a:ext>
            </a:extLst>
          </p:cNvPr>
          <p:cNvSpPr txBox="1">
            <a:spLocks/>
          </p:cNvSpPr>
          <p:nvPr userDrawn="1"/>
        </p:nvSpPr>
        <p:spPr>
          <a:xfrm>
            <a:off x="1293111" y="6356349"/>
            <a:ext cx="1598563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z="1200" smtClean="0"/>
              <a:pPr/>
              <a:t>1/17/26 9:45 AM</a:t>
            </a:fld>
            <a:endParaRPr lang="en-US" sz="1200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EED9B8F-B09F-6AE6-964C-24F19627C229}"/>
              </a:ext>
            </a:extLst>
          </p:cNvPr>
          <p:cNvSpPr txBox="1">
            <a:spLocks/>
          </p:cNvSpPr>
          <p:nvPr userDrawn="1"/>
        </p:nvSpPr>
        <p:spPr>
          <a:xfrm>
            <a:off x="6515655" y="6356349"/>
            <a:ext cx="20574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z="1200" smtClean="0"/>
              <a:pPr/>
              <a:t>‹#›</a:t>
            </a:fld>
            <a:endParaRPr lang="en-US" sz="1200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B2BDA95C-C6CC-D81F-938B-98595F43DD8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18065"/>
            <a:ext cx="1155836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8536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2305D-4D2B-418A-9D97-04BD1499B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319EE5-207F-4B02-9B2A-A2027E7B6A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F23649-4890-4861-8B7B-7800F312F7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C31F67-B52B-4E00-889A-8FC942B290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20C1D4-A224-4CFD-9216-C4BD699488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512C2B-9259-4A2E-82EC-7B5976BE76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93111" y="6356349"/>
            <a:ext cx="1598563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C9F431-8EEA-407B-9149-A4A02E8E4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4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BC9DBB-54A4-4E92-9CB0-E19E2E440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15655" y="6356349"/>
            <a:ext cx="20574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8686A1-701F-0D34-7499-C848C2FC3846}"/>
              </a:ext>
            </a:extLst>
          </p:cNvPr>
          <p:cNvSpPr/>
          <p:nvPr userDrawn="1"/>
        </p:nvSpPr>
        <p:spPr>
          <a:xfrm>
            <a:off x="0" y="6264276"/>
            <a:ext cx="9144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471E40AE-9729-F84E-6750-A2D023BC4CA6}"/>
              </a:ext>
            </a:extLst>
          </p:cNvPr>
          <p:cNvSpPr txBox="1">
            <a:spLocks/>
          </p:cNvSpPr>
          <p:nvPr userDrawn="1"/>
        </p:nvSpPr>
        <p:spPr>
          <a:xfrm>
            <a:off x="1293111" y="6356349"/>
            <a:ext cx="1598563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z="1200" smtClean="0"/>
              <a:pPr/>
              <a:t>1/17/26 9:45 AM</a:t>
            </a:fld>
            <a:endParaRPr lang="en-US" sz="1200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C775302-0926-3059-C127-F0DE28BDF3E3}"/>
              </a:ext>
            </a:extLst>
          </p:cNvPr>
          <p:cNvSpPr txBox="1">
            <a:spLocks/>
          </p:cNvSpPr>
          <p:nvPr userDrawn="1"/>
        </p:nvSpPr>
        <p:spPr>
          <a:xfrm>
            <a:off x="6515655" y="6356349"/>
            <a:ext cx="20574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z="1200" smtClean="0"/>
              <a:pPr/>
              <a:t>‹#›</a:t>
            </a:fld>
            <a:endParaRPr lang="en-US" sz="1200"/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27CFE4A4-E14A-CE83-06BD-93F593631E7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18065"/>
            <a:ext cx="1155836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5901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4090F-DCC0-44AA-A483-57DFCABAB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DFBDF8-0F4F-45C4-9937-BD1F873227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93111" y="6356349"/>
            <a:ext cx="1598563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DAC3E7-3004-4863-89B6-1A44540FB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4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F835DA-C0DD-4150-B5A9-A9E6E9EFB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15655" y="6356349"/>
            <a:ext cx="20574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634B97-8568-ADA6-F0AA-DF458BCECA0A}"/>
              </a:ext>
            </a:extLst>
          </p:cNvPr>
          <p:cNvSpPr/>
          <p:nvPr userDrawn="1"/>
        </p:nvSpPr>
        <p:spPr>
          <a:xfrm>
            <a:off x="0" y="6264276"/>
            <a:ext cx="9144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F6C3D3D0-2F6E-861F-5724-3535F515D781}"/>
              </a:ext>
            </a:extLst>
          </p:cNvPr>
          <p:cNvSpPr txBox="1">
            <a:spLocks/>
          </p:cNvSpPr>
          <p:nvPr userDrawn="1"/>
        </p:nvSpPr>
        <p:spPr>
          <a:xfrm>
            <a:off x="1293111" y="6356349"/>
            <a:ext cx="1598563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z="1200" smtClean="0"/>
              <a:pPr/>
              <a:t>1/17/26 9:45 AM</a:t>
            </a:fld>
            <a:endParaRPr lang="en-US" sz="12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9327F07-E833-BBC3-3623-49EE1CC01B10}"/>
              </a:ext>
            </a:extLst>
          </p:cNvPr>
          <p:cNvSpPr txBox="1">
            <a:spLocks/>
          </p:cNvSpPr>
          <p:nvPr userDrawn="1"/>
        </p:nvSpPr>
        <p:spPr>
          <a:xfrm>
            <a:off x="6515655" y="6356349"/>
            <a:ext cx="20574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z="1200" smtClean="0"/>
              <a:pPr/>
              <a:t>‹#›</a:t>
            </a:fld>
            <a:endParaRPr lang="en-US" sz="1200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AC478856-A0DA-7546-1313-CFCBEEAEC3C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18065"/>
            <a:ext cx="1155836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8042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B5D3EF-9FB6-4132-85DC-EEAD2F5047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93111" y="6356349"/>
            <a:ext cx="1598563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B7BD5C-ED15-43EA-AD5F-833267720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4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63C7B5-4BFE-4FA6-9DCA-9A21C2CB8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15655" y="6356349"/>
            <a:ext cx="20574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836CDF-8F1A-CD77-75C5-948FB842BE8C}"/>
              </a:ext>
            </a:extLst>
          </p:cNvPr>
          <p:cNvSpPr/>
          <p:nvPr userDrawn="1"/>
        </p:nvSpPr>
        <p:spPr>
          <a:xfrm>
            <a:off x="0" y="6264276"/>
            <a:ext cx="9144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247C745-E936-A259-6814-2BC4C9379209}"/>
              </a:ext>
            </a:extLst>
          </p:cNvPr>
          <p:cNvSpPr txBox="1">
            <a:spLocks/>
          </p:cNvSpPr>
          <p:nvPr userDrawn="1"/>
        </p:nvSpPr>
        <p:spPr>
          <a:xfrm>
            <a:off x="1293111" y="6356349"/>
            <a:ext cx="1598563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z="1200" smtClean="0"/>
              <a:pPr/>
              <a:t>1/17/26 9:45 AM</a:t>
            </a:fld>
            <a:endParaRPr lang="en-US" sz="1200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181689D-3C97-CA98-320F-7CAF8100EA8B}"/>
              </a:ext>
            </a:extLst>
          </p:cNvPr>
          <p:cNvSpPr txBox="1">
            <a:spLocks/>
          </p:cNvSpPr>
          <p:nvPr userDrawn="1"/>
        </p:nvSpPr>
        <p:spPr>
          <a:xfrm>
            <a:off x="6515655" y="6356349"/>
            <a:ext cx="20574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z="1200" smtClean="0"/>
              <a:pPr/>
              <a:t>‹#›</a:t>
            </a:fld>
            <a:endParaRPr lang="en-US" sz="120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9BD6CEBF-3B4E-7C6F-D83B-4336AB109B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18065"/>
            <a:ext cx="1155836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7307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917C7-A42B-45C4-87AE-64DC351D3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8F77E-68D1-4AD9-9368-40BF04A5FD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2F09A8-2453-438B-9ACE-5F216B0F00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487456-AB55-4BB3-A0DE-7A8B5F393F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93111" y="6356349"/>
            <a:ext cx="1598563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F12BEF-F4C0-48EC-A69B-53052D353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4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54E064-1E51-4E86-8FDE-A378EA70D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15655" y="6356349"/>
            <a:ext cx="20574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87D300-A8BF-E8A7-4A10-094313524E25}"/>
              </a:ext>
            </a:extLst>
          </p:cNvPr>
          <p:cNvSpPr/>
          <p:nvPr userDrawn="1"/>
        </p:nvSpPr>
        <p:spPr>
          <a:xfrm>
            <a:off x="0" y="6264276"/>
            <a:ext cx="9144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2C06C84D-9DC5-4938-9115-E9982A8BC1A7}"/>
              </a:ext>
            </a:extLst>
          </p:cNvPr>
          <p:cNvSpPr txBox="1">
            <a:spLocks/>
          </p:cNvSpPr>
          <p:nvPr userDrawn="1"/>
        </p:nvSpPr>
        <p:spPr>
          <a:xfrm>
            <a:off x="1293111" y="6356349"/>
            <a:ext cx="1598563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z="1200" smtClean="0"/>
              <a:pPr/>
              <a:t>1/17/26 9:45 AM</a:t>
            </a:fld>
            <a:endParaRPr lang="en-US" sz="1200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BB1AE60C-6738-39B6-A7E8-2B325E806B16}"/>
              </a:ext>
            </a:extLst>
          </p:cNvPr>
          <p:cNvSpPr txBox="1">
            <a:spLocks/>
          </p:cNvSpPr>
          <p:nvPr userDrawn="1"/>
        </p:nvSpPr>
        <p:spPr>
          <a:xfrm>
            <a:off x="6515655" y="6356349"/>
            <a:ext cx="20574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z="1200" smtClean="0"/>
              <a:pPr/>
              <a:t>‹#›</a:t>
            </a:fld>
            <a:endParaRPr lang="en-US" sz="1200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CC62CD6B-BA98-EA50-A63B-7ABF3ECB8DF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18065"/>
            <a:ext cx="1155836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5609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24336-FB41-4746-ADEA-8ACD90121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581518-B6EC-4CBC-9763-F001313C03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48BFA5-92FA-4F6F-AB1B-1057FFF4FC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6E83E7-BA52-4C97-B38B-29640A16C3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93111" y="6356349"/>
            <a:ext cx="1598563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055D73-0033-4FDE-837E-FC4B7B9EF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4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5577E7-AE7F-4FD1-96FA-C681905D9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15655" y="6356349"/>
            <a:ext cx="20574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9487EF-10E9-20DA-FF7C-3D005EF1E1D5}"/>
              </a:ext>
            </a:extLst>
          </p:cNvPr>
          <p:cNvSpPr/>
          <p:nvPr userDrawn="1"/>
        </p:nvSpPr>
        <p:spPr>
          <a:xfrm>
            <a:off x="0" y="6264276"/>
            <a:ext cx="9144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FBC163A4-0F10-32B5-731B-B47A476BC910}"/>
              </a:ext>
            </a:extLst>
          </p:cNvPr>
          <p:cNvSpPr txBox="1">
            <a:spLocks/>
          </p:cNvSpPr>
          <p:nvPr userDrawn="1"/>
        </p:nvSpPr>
        <p:spPr>
          <a:xfrm>
            <a:off x="1293111" y="6356349"/>
            <a:ext cx="1598563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z="1200" smtClean="0"/>
              <a:pPr/>
              <a:t>1/17/26 9:45 AM</a:t>
            </a:fld>
            <a:endParaRPr lang="en-US" sz="1200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B79B79AA-924B-EA99-5E26-02FEBB622598}"/>
              </a:ext>
            </a:extLst>
          </p:cNvPr>
          <p:cNvSpPr txBox="1">
            <a:spLocks/>
          </p:cNvSpPr>
          <p:nvPr userDrawn="1"/>
        </p:nvSpPr>
        <p:spPr>
          <a:xfrm>
            <a:off x="6515655" y="6356349"/>
            <a:ext cx="20574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z="1200" smtClean="0"/>
              <a:pPr/>
              <a:t>‹#›</a:t>
            </a:fld>
            <a:endParaRPr lang="en-US" sz="1200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BA3873B3-BE6D-B997-BB6D-4BADB910C75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18065"/>
            <a:ext cx="1155836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470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D04F1-943F-4FEF-BBC8-D6C3B0214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FECF8F-A044-4020-BC99-A494CA8EF1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3B726-A353-4F79-88EF-F138D3657D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93111" y="6356349"/>
            <a:ext cx="1598563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63AE0-03C3-412E-9855-22C6DA165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4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92924-7EEA-450D-9658-129C3E1CE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15655" y="6356349"/>
            <a:ext cx="20574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AC544B-A02A-D6C4-E0B0-DA7E9CAF20D9}"/>
              </a:ext>
            </a:extLst>
          </p:cNvPr>
          <p:cNvSpPr/>
          <p:nvPr userDrawn="1"/>
        </p:nvSpPr>
        <p:spPr>
          <a:xfrm>
            <a:off x="0" y="6264276"/>
            <a:ext cx="9144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48B2CA06-A154-7053-0952-AFCD73BB0D3B}"/>
              </a:ext>
            </a:extLst>
          </p:cNvPr>
          <p:cNvSpPr txBox="1">
            <a:spLocks/>
          </p:cNvSpPr>
          <p:nvPr userDrawn="1"/>
        </p:nvSpPr>
        <p:spPr>
          <a:xfrm>
            <a:off x="1293111" y="6356349"/>
            <a:ext cx="1598563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z="1200" smtClean="0"/>
              <a:pPr/>
              <a:t>1/17/26 9:45 AM</a:t>
            </a:fld>
            <a:endParaRPr lang="en-US" sz="1200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D75F0140-A426-B598-128C-504028103D6D}"/>
              </a:ext>
            </a:extLst>
          </p:cNvPr>
          <p:cNvSpPr txBox="1">
            <a:spLocks/>
          </p:cNvSpPr>
          <p:nvPr userDrawn="1"/>
        </p:nvSpPr>
        <p:spPr>
          <a:xfrm>
            <a:off x="6515655" y="6356349"/>
            <a:ext cx="20574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z="1200" smtClean="0"/>
              <a:pPr/>
              <a:t>‹#›</a:t>
            </a:fld>
            <a:endParaRPr lang="en-US" sz="1200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967A920C-008D-72C0-9E06-BAB13F0D32B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18065"/>
            <a:ext cx="1155836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2401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99D0F5-3347-48F5-BA20-2268AEC1E1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8654AB-8CFA-4439-93CA-C714665FA4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FBEDC-FCA9-4522-A177-4026B73430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93111" y="6356349"/>
            <a:ext cx="1598563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847852-BC24-42B3-830C-FEDDDF4B0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4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352F4-01F9-4B9E-8C2A-8741FDB19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15655" y="6356349"/>
            <a:ext cx="20574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21EA99-D7B0-AB26-8C59-F166B39C191B}"/>
              </a:ext>
            </a:extLst>
          </p:cNvPr>
          <p:cNvSpPr/>
          <p:nvPr userDrawn="1"/>
        </p:nvSpPr>
        <p:spPr>
          <a:xfrm>
            <a:off x="0" y="6264276"/>
            <a:ext cx="9144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ED6B22BE-EE45-28DE-51D3-43BDDBE978D7}"/>
              </a:ext>
            </a:extLst>
          </p:cNvPr>
          <p:cNvSpPr txBox="1">
            <a:spLocks/>
          </p:cNvSpPr>
          <p:nvPr userDrawn="1"/>
        </p:nvSpPr>
        <p:spPr>
          <a:xfrm>
            <a:off x="1293111" y="6356349"/>
            <a:ext cx="1598563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z="1200" smtClean="0"/>
              <a:pPr/>
              <a:t>1/17/26 9:45 AM</a:t>
            </a:fld>
            <a:endParaRPr lang="en-US" sz="12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7206CF2-9296-D14D-AAD1-C481E8A6E37F}"/>
              </a:ext>
            </a:extLst>
          </p:cNvPr>
          <p:cNvSpPr txBox="1">
            <a:spLocks/>
          </p:cNvSpPr>
          <p:nvPr userDrawn="1"/>
        </p:nvSpPr>
        <p:spPr>
          <a:xfrm>
            <a:off x="6515655" y="6356349"/>
            <a:ext cx="20574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z="1200" smtClean="0"/>
              <a:pPr/>
              <a:t>‹#›</a:t>
            </a:fld>
            <a:endParaRPr lang="en-US" sz="1200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938D72DC-57D0-AB51-3D33-065BAB779F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18065"/>
            <a:ext cx="1155836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1995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5C50B4-076C-40D8-915F-F6B649598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634" y="365127"/>
            <a:ext cx="8490857" cy="9847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B79975-F3B1-4D35-A1DA-4D3F4A826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9634" y="1480457"/>
            <a:ext cx="8490857" cy="4696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710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BE4C7-97B0-429C-D962-ADA6240212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1278" y="1133651"/>
            <a:ext cx="7041444" cy="3472216"/>
          </a:xfrm>
        </p:spPr>
        <p:txBody>
          <a:bodyPr>
            <a:noAutofit/>
          </a:bodyPr>
          <a:lstStyle/>
          <a:p>
            <a:r>
              <a:rPr lang="en-US" sz="5400" dirty="0"/>
              <a:t>D </a:t>
            </a:r>
            <a:r>
              <a:rPr lang="en-US" sz="5400" baseline="30000" dirty="0"/>
              <a:t>3</a:t>
            </a:r>
            <a:r>
              <a:rPr lang="en-US" sz="5400" dirty="0"/>
              <a:t> : Scaling Up Deepfake Detection by Learning from Discrepancy</a:t>
            </a:r>
            <a:br>
              <a:rPr lang="en-US" dirty="0"/>
            </a:br>
            <a:r>
              <a:rPr lang="en-US" sz="2800" dirty="0"/>
              <a:t> </a:t>
            </a:r>
            <a:r>
              <a:rPr lang="en-US" sz="2400" b="0" dirty="0"/>
              <a:t>Yang Y, Qian Z, Zhu Y, </a:t>
            </a:r>
            <a:r>
              <a:rPr lang="en-US" sz="2400" b="0" dirty="0" err="1"/>
              <a:t>Russakovsky</a:t>
            </a:r>
            <a:r>
              <a:rPr lang="en-US" sz="2400" b="0" dirty="0"/>
              <a:t> O, Wu Y, CVPR, 2025.</a:t>
            </a:r>
            <a:endParaRPr lang="en-US" sz="28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35EE35-304F-99D4-A7A2-C85DD75690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10963" y="5142171"/>
            <a:ext cx="3673549" cy="663206"/>
          </a:xfrm>
        </p:spPr>
        <p:txBody>
          <a:bodyPr>
            <a:normAutofit/>
          </a:bodyPr>
          <a:lstStyle/>
          <a:p>
            <a:r>
              <a:rPr lang="en-US" sz="2000" dirty="0"/>
              <a:t>Presented By</a:t>
            </a:r>
            <a:br>
              <a:rPr lang="en-US" sz="2000" dirty="0"/>
            </a:br>
            <a:r>
              <a:rPr lang="en-US" sz="2000" dirty="0"/>
              <a:t>Sameera </a:t>
            </a:r>
            <a:r>
              <a:rPr lang="en-US" sz="2000" dirty="0" err="1"/>
              <a:t>Pisupati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13283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50204F2-8BC1-7938-94BA-E35995355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&amp; Motivation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4DC5294-6F86-C892-853E-81671A81C7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Deepfake generators keep changing → detectors fail on unseen fakes.</a:t>
            </a:r>
          </a:p>
          <a:p>
            <a:r>
              <a:rPr lang="en-US" dirty="0"/>
              <a:t>Real-world media has JPEG/blur/resizing → detectors break.</a:t>
            </a:r>
          </a:p>
          <a:p>
            <a:r>
              <a:rPr lang="en-US" dirty="0"/>
              <a:t>Need a detector that generalizes + stays robust.</a:t>
            </a:r>
          </a:p>
          <a:p>
            <a:r>
              <a:rPr lang="en-US" b="1" dirty="0"/>
              <a:t>Goal:</a:t>
            </a:r>
            <a:r>
              <a:rPr lang="en-US" dirty="0"/>
              <a:t> universal detector under </a:t>
            </a:r>
            <a:r>
              <a:rPr lang="en-US" b="1" dirty="0"/>
              <a:t>train-on-many/test-on-many.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913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1262B-D39F-B973-1635-EEB045071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644" y="185765"/>
            <a:ext cx="8490857" cy="984703"/>
          </a:xfrm>
        </p:spPr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8C797-89F9-91F4-9796-771C0F8CB1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4087" y="3552841"/>
            <a:ext cx="7442540" cy="2620826"/>
          </a:xfrm>
        </p:spPr>
        <p:txBody>
          <a:bodyPr>
            <a:normAutofit/>
          </a:bodyPr>
          <a:lstStyle/>
          <a:p>
            <a:r>
              <a:rPr lang="en-US" sz="2400" dirty="0"/>
              <a:t>Dual-Path Discrepancy Feature Extraction.</a:t>
            </a:r>
          </a:p>
          <a:p>
            <a:pPr lvl="1"/>
            <a:r>
              <a:rPr lang="en-US" sz="2000" i="1" dirty="0" err="1"/>
              <a:t>e</a:t>
            </a:r>
            <a:r>
              <a:rPr lang="en-US" sz="2000" i="1" baseline="-25000" dirty="0" err="1"/>
              <a:t>o</a:t>
            </a:r>
            <a:r>
              <a:rPr lang="en-US" sz="2000" i="1" baseline="-25000" dirty="0"/>
              <a:t> </a:t>
            </a:r>
            <a:r>
              <a:rPr lang="en-US" sz="2000" dirty="0"/>
              <a:t>= CLIP</a:t>
            </a:r>
            <a:r>
              <a:rPr lang="en-US" sz="2000" baseline="30000" dirty="0"/>
              <a:t>∗</a:t>
            </a:r>
            <a:r>
              <a:rPr lang="en-US" sz="2000" dirty="0"/>
              <a:t>(AUG(</a:t>
            </a:r>
            <a:r>
              <a:rPr lang="en-US" sz="2000" i="1" dirty="0"/>
              <a:t>x</a:t>
            </a:r>
            <a:r>
              <a:rPr lang="en-US" sz="2000" i="1" baseline="-25000" dirty="0"/>
              <a:t>o</a:t>
            </a:r>
            <a:r>
              <a:rPr lang="en-US" sz="2000" dirty="0"/>
              <a:t>))</a:t>
            </a:r>
            <a:endParaRPr lang="en-US" sz="2000" i="1" dirty="0"/>
          </a:p>
          <a:p>
            <a:pPr lvl="1"/>
            <a:r>
              <a:rPr lang="en-US" sz="2000" i="1" dirty="0"/>
              <a:t>e</a:t>
            </a:r>
            <a:r>
              <a:rPr lang="en-US" sz="2000" i="1" baseline="-25000" dirty="0"/>
              <a:t>s </a:t>
            </a:r>
            <a:r>
              <a:rPr lang="en-US" sz="2000" dirty="0"/>
              <a:t>= CLIP</a:t>
            </a:r>
            <a:r>
              <a:rPr lang="en-US" sz="2000" baseline="30000" dirty="0"/>
              <a:t>∗</a:t>
            </a:r>
            <a:r>
              <a:rPr lang="en-US" sz="2000" dirty="0"/>
              <a:t>(PS(AUG(</a:t>
            </a:r>
            <a:r>
              <a:rPr lang="en-US" sz="2000" i="1" dirty="0"/>
              <a:t>x</a:t>
            </a:r>
            <a:r>
              <a:rPr lang="en-US" sz="2000" i="1" baseline="-25000" dirty="0"/>
              <a:t>o</a:t>
            </a:r>
            <a:r>
              <a:rPr lang="en-US" sz="2000" dirty="0"/>
              <a:t>))) </a:t>
            </a:r>
          </a:p>
          <a:p>
            <a:r>
              <a:rPr lang="en-US" sz="2400" dirty="0"/>
              <a:t>Discrepancy Fusion via Self-Attention: </a:t>
            </a:r>
            <a:r>
              <a:rPr lang="en-US" sz="2400" i="1" dirty="0"/>
              <a:t>e </a:t>
            </a:r>
            <a:r>
              <a:rPr lang="en-US" sz="2400" dirty="0"/>
              <a:t>= [</a:t>
            </a:r>
            <a:r>
              <a:rPr lang="en-US" sz="2400" i="1" dirty="0" err="1"/>
              <a:t>e</a:t>
            </a:r>
            <a:r>
              <a:rPr lang="en-US" sz="2400" i="1" baseline="-25000" dirty="0" err="1"/>
              <a:t>o</a:t>
            </a:r>
            <a:r>
              <a:rPr lang="en-US" sz="2400" i="1" dirty="0" err="1"/>
              <a:t>,e</a:t>
            </a:r>
            <a:r>
              <a:rPr lang="en-US" sz="2400" i="1" baseline="-25000" dirty="0" err="1"/>
              <a:t>s</a:t>
            </a:r>
            <a:r>
              <a:rPr lang="en-US" sz="2400" dirty="0"/>
              <a:t>].</a:t>
            </a:r>
          </a:p>
          <a:p>
            <a:r>
              <a:rPr lang="en-US" sz="2400" dirty="0"/>
              <a:t>Training Objective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79F11B-D2BF-ACCC-7F81-5956128AAC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2702" y="5112896"/>
            <a:ext cx="4660487" cy="690144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270BCFE7-A58C-2A73-470C-615D41AB6472}"/>
              </a:ext>
            </a:extLst>
          </p:cNvPr>
          <p:cNvGrpSpPr/>
          <p:nvPr/>
        </p:nvGrpSpPr>
        <p:grpSpPr>
          <a:xfrm>
            <a:off x="739216" y="1319460"/>
            <a:ext cx="7663712" cy="2101207"/>
            <a:chOff x="0" y="0"/>
            <a:chExt cx="5113261" cy="2101752"/>
          </a:xfrm>
        </p:grpSpPr>
        <p:sp>
          <p:nvSpPr>
            <p:cNvPr id="9" name="Shape 791">
              <a:extLst>
                <a:ext uri="{FF2B5EF4-FFF2-40B4-BE49-F238E27FC236}">
                  <a16:creationId xmlns:a16="http://schemas.microsoft.com/office/drawing/2014/main" id="{29EB25E4-C63E-8E40-569B-152981E6127F}"/>
                </a:ext>
              </a:extLst>
            </p:cNvPr>
            <p:cNvSpPr/>
            <p:nvPr/>
          </p:nvSpPr>
          <p:spPr>
            <a:xfrm>
              <a:off x="3962" y="640410"/>
              <a:ext cx="608953" cy="414579"/>
            </a:xfrm>
            <a:custGeom>
              <a:avLst/>
              <a:gdLst/>
              <a:ahLst/>
              <a:cxnLst/>
              <a:rect l="0" t="0" r="0" b="0"/>
              <a:pathLst>
                <a:path w="608953" h="414579">
                  <a:moveTo>
                    <a:pt x="68780" y="0"/>
                  </a:moveTo>
                  <a:lnTo>
                    <a:pt x="540411" y="0"/>
                  </a:lnTo>
                  <a:cubicBezTo>
                    <a:pt x="578057" y="396"/>
                    <a:pt x="608953" y="31292"/>
                    <a:pt x="608873" y="69413"/>
                  </a:cubicBezTo>
                  <a:lnTo>
                    <a:pt x="608873" y="345166"/>
                  </a:lnTo>
                  <a:cubicBezTo>
                    <a:pt x="608953" y="383525"/>
                    <a:pt x="578057" y="414420"/>
                    <a:pt x="540411" y="414579"/>
                  </a:cubicBezTo>
                  <a:lnTo>
                    <a:pt x="68780" y="414579"/>
                  </a:lnTo>
                  <a:cubicBezTo>
                    <a:pt x="30895" y="414420"/>
                    <a:pt x="0" y="383525"/>
                    <a:pt x="317" y="345166"/>
                  </a:cubicBezTo>
                  <a:lnTo>
                    <a:pt x="317" y="69413"/>
                  </a:lnTo>
                  <a:cubicBezTo>
                    <a:pt x="0" y="31292"/>
                    <a:pt x="30895" y="396"/>
                    <a:pt x="68780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DAE3F5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Shape 792">
              <a:extLst>
                <a:ext uri="{FF2B5EF4-FFF2-40B4-BE49-F238E27FC236}">
                  <a16:creationId xmlns:a16="http://schemas.microsoft.com/office/drawing/2014/main" id="{CF4DE044-5C88-D7B9-FABD-0E311FDF7678}"/>
                </a:ext>
              </a:extLst>
            </p:cNvPr>
            <p:cNvSpPr/>
            <p:nvPr/>
          </p:nvSpPr>
          <p:spPr>
            <a:xfrm>
              <a:off x="0" y="636845"/>
              <a:ext cx="308438" cy="421948"/>
            </a:xfrm>
            <a:custGeom>
              <a:avLst/>
              <a:gdLst/>
              <a:ahLst/>
              <a:cxnLst/>
              <a:rect l="0" t="0" r="0" b="0"/>
              <a:pathLst>
                <a:path w="308438" h="421948">
                  <a:moveTo>
                    <a:pt x="72916" y="0"/>
                  </a:moveTo>
                  <a:lnTo>
                    <a:pt x="308438" y="0"/>
                  </a:lnTo>
                  <a:lnTo>
                    <a:pt x="308438" y="7924"/>
                  </a:lnTo>
                  <a:lnTo>
                    <a:pt x="73066" y="7924"/>
                  </a:lnTo>
                  <a:lnTo>
                    <a:pt x="69656" y="8008"/>
                  </a:lnTo>
                  <a:lnTo>
                    <a:pt x="66235" y="8271"/>
                  </a:lnTo>
                  <a:lnTo>
                    <a:pt x="62956" y="8685"/>
                  </a:lnTo>
                  <a:lnTo>
                    <a:pt x="63154" y="8661"/>
                  </a:lnTo>
                  <a:lnTo>
                    <a:pt x="59866" y="9243"/>
                  </a:lnTo>
                  <a:lnTo>
                    <a:pt x="56733" y="9965"/>
                  </a:lnTo>
                  <a:lnTo>
                    <a:pt x="53686" y="10826"/>
                  </a:lnTo>
                  <a:lnTo>
                    <a:pt x="50507" y="11902"/>
                  </a:lnTo>
                  <a:lnTo>
                    <a:pt x="50697" y="11838"/>
                  </a:lnTo>
                  <a:lnTo>
                    <a:pt x="47559" y="13067"/>
                  </a:lnTo>
                  <a:lnTo>
                    <a:pt x="47742" y="12995"/>
                  </a:lnTo>
                  <a:lnTo>
                    <a:pt x="44848" y="14300"/>
                  </a:lnTo>
                  <a:lnTo>
                    <a:pt x="41878" y="15816"/>
                  </a:lnTo>
                  <a:lnTo>
                    <a:pt x="42052" y="15729"/>
                  </a:lnTo>
                  <a:lnTo>
                    <a:pt x="39160" y="17385"/>
                  </a:lnTo>
                  <a:lnTo>
                    <a:pt x="39326" y="17290"/>
                  </a:lnTo>
                  <a:lnTo>
                    <a:pt x="36656" y="18995"/>
                  </a:lnTo>
                  <a:lnTo>
                    <a:pt x="33978" y="20903"/>
                  </a:lnTo>
                  <a:lnTo>
                    <a:pt x="34128" y="20785"/>
                  </a:lnTo>
                  <a:lnTo>
                    <a:pt x="31579" y="22791"/>
                  </a:lnTo>
                  <a:lnTo>
                    <a:pt x="29263" y="24792"/>
                  </a:lnTo>
                  <a:lnTo>
                    <a:pt x="26980" y="26977"/>
                  </a:lnTo>
                  <a:lnTo>
                    <a:pt x="24791" y="29265"/>
                  </a:lnTo>
                  <a:lnTo>
                    <a:pt x="22792" y="31578"/>
                  </a:lnTo>
                  <a:lnTo>
                    <a:pt x="20784" y="34128"/>
                  </a:lnTo>
                  <a:lnTo>
                    <a:pt x="20903" y="33978"/>
                  </a:lnTo>
                  <a:lnTo>
                    <a:pt x="18995" y="36656"/>
                  </a:lnTo>
                  <a:lnTo>
                    <a:pt x="17290" y="39326"/>
                  </a:lnTo>
                  <a:lnTo>
                    <a:pt x="17385" y="39160"/>
                  </a:lnTo>
                  <a:lnTo>
                    <a:pt x="15729" y="42052"/>
                  </a:lnTo>
                  <a:lnTo>
                    <a:pt x="15816" y="41878"/>
                  </a:lnTo>
                  <a:lnTo>
                    <a:pt x="14302" y="44844"/>
                  </a:lnTo>
                  <a:lnTo>
                    <a:pt x="13055" y="47609"/>
                  </a:lnTo>
                  <a:lnTo>
                    <a:pt x="11838" y="50697"/>
                  </a:lnTo>
                  <a:lnTo>
                    <a:pt x="11902" y="50507"/>
                  </a:lnTo>
                  <a:lnTo>
                    <a:pt x="10827" y="53684"/>
                  </a:lnTo>
                  <a:lnTo>
                    <a:pt x="9965" y="56734"/>
                  </a:lnTo>
                  <a:lnTo>
                    <a:pt x="9243" y="59867"/>
                  </a:lnTo>
                  <a:lnTo>
                    <a:pt x="8661" y="63154"/>
                  </a:lnTo>
                  <a:lnTo>
                    <a:pt x="8685" y="62956"/>
                  </a:lnTo>
                  <a:lnTo>
                    <a:pt x="8271" y="66236"/>
                  </a:lnTo>
                  <a:lnTo>
                    <a:pt x="8008" y="69658"/>
                  </a:lnTo>
                  <a:lnTo>
                    <a:pt x="7924" y="73066"/>
                  </a:lnTo>
                  <a:lnTo>
                    <a:pt x="7924" y="348882"/>
                  </a:lnTo>
                  <a:lnTo>
                    <a:pt x="8008" y="352291"/>
                  </a:lnTo>
                  <a:lnTo>
                    <a:pt x="8271" y="355712"/>
                  </a:lnTo>
                  <a:lnTo>
                    <a:pt x="8685" y="358993"/>
                  </a:lnTo>
                  <a:lnTo>
                    <a:pt x="8661" y="358795"/>
                  </a:lnTo>
                  <a:lnTo>
                    <a:pt x="9243" y="362081"/>
                  </a:lnTo>
                  <a:lnTo>
                    <a:pt x="9965" y="365212"/>
                  </a:lnTo>
                  <a:lnTo>
                    <a:pt x="10827" y="368264"/>
                  </a:lnTo>
                  <a:lnTo>
                    <a:pt x="11849" y="371277"/>
                  </a:lnTo>
                  <a:lnTo>
                    <a:pt x="13055" y="374340"/>
                  </a:lnTo>
                  <a:lnTo>
                    <a:pt x="14301" y="377103"/>
                  </a:lnTo>
                  <a:lnTo>
                    <a:pt x="15816" y="380070"/>
                  </a:lnTo>
                  <a:lnTo>
                    <a:pt x="15729" y="379896"/>
                  </a:lnTo>
                  <a:lnTo>
                    <a:pt x="17385" y="382788"/>
                  </a:lnTo>
                  <a:lnTo>
                    <a:pt x="17290" y="382622"/>
                  </a:lnTo>
                  <a:lnTo>
                    <a:pt x="18996" y="385295"/>
                  </a:lnTo>
                  <a:lnTo>
                    <a:pt x="20903" y="387971"/>
                  </a:lnTo>
                  <a:lnTo>
                    <a:pt x="20784" y="387820"/>
                  </a:lnTo>
                  <a:lnTo>
                    <a:pt x="22792" y="390371"/>
                  </a:lnTo>
                  <a:lnTo>
                    <a:pt x="24791" y="392684"/>
                  </a:lnTo>
                  <a:lnTo>
                    <a:pt x="26980" y="394971"/>
                  </a:lnTo>
                  <a:lnTo>
                    <a:pt x="29261" y="397154"/>
                  </a:lnTo>
                  <a:lnTo>
                    <a:pt x="31579" y="399157"/>
                  </a:lnTo>
                  <a:lnTo>
                    <a:pt x="34128" y="401164"/>
                  </a:lnTo>
                  <a:lnTo>
                    <a:pt x="33978" y="401045"/>
                  </a:lnTo>
                  <a:lnTo>
                    <a:pt x="36656" y="402954"/>
                  </a:lnTo>
                  <a:lnTo>
                    <a:pt x="39326" y="404658"/>
                  </a:lnTo>
                  <a:lnTo>
                    <a:pt x="39160" y="404563"/>
                  </a:lnTo>
                  <a:lnTo>
                    <a:pt x="42052" y="406219"/>
                  </a:lnTo>
                  <a:lnTo>
                    <a:pt x="41878" y="406132"/>
                  </a:lnTo>
                  <a:lnTo>
                    <a:pt x="44842" y="407646"/>
                  </a:lnTo>
                  <a:lnTo>
                    <a:pt x="47614" y="408896"/>
                  </a:lnTo>
                  <a:lnTo>
                    <a:pt x="50697" y="410110"/>
                  </a:lnTo>
                  <a:lnTo>
                    <a:pt x="50507" y="410046"/>
                  </a:lnTo>
                  <a:lnTo>
                    <a:pt x="53545" y="411074"/>
                  </a:lnTo>
                  <a:lnTo>
                    <a:pt x="56743" y="411986"/>
                  </a:lnTo>
                  <a:lnTo>
                    <a:pt x="59870" y="412706"/>
                  </a:lnTo>
                  <a:lnTo>
                    <a:pt x="63154" y="413288"/>
                  </a:lnTo>
                  <a:lnTo>
                    <a:pt x="62956" y="413264"/>
                  </a:lnTo>
                  <a:lnTo>
                    <a:pt x="66236" y="413677"/>
                  </a:lnTo>
                  <a:lnTo>
                    <a:pt x="69659" y="413941"/>
                  </a:lnTo>
                  <a:lnTo>
                    <a:pt x="73066" y="414024"/>
                  </a:lnTo>
                  <a:lnTo>
                    <a:pt x="308438" y="414024"/>
                  </a:lnTo>
                  <a:lnTo>
                    <a:pt x="308438" y="421948"/>
                  </a:lnTo>
                  <a:lnTo>
                    <a:pt x="72916" y="421948"/>
                  </a:lnTo>
                  <a:lnTo>
                    <a:pt x="69215" y="421853"/>
                  </a:lnTo>
                  <a:lnTo>
                    <a:pt x="65515" y="421576"/>
                  </a:lnTo>
                  <a:lnTo>
                    <a:pt x="61862" y="421108"/>
                  </a:lnTo>
                  <a:lnTo>
                    <a:pt x="58265" y="420466"/>
                  </a:lnTo>
                  <a:lnTo>
                    <a:pt x="54738" y="419650"/>
                  </a:lnTo>
                  <a:lnTo>
                    <a:pt x="51268" y="418668"/>
                  </a:lnTo>
                  <a:lnTo>
                    <a:pt x="47876" y="417519"/>
                  </a:lnTo>
                  <a:lnTo>
                    <a:pt x="44564" y="416211"/>
                  </a:lnTo>
                  <a:lnTo>
                    <a:pt x="41331" y="414754"/>
                  </a:lnTo>
                  <a:lnTo>
                    <a:pt x="38185" y="413137"/>
                  </a:lnTo>
                  <a:lnTo>
                    <a:pt x="35127" y="411386"/>
                  </a:lnTo>
                  <a:lnTo>
                    <a:pt x="32171" y="409484"/>
                  </a:lnTo>
                  <a:lnTo>
                    <a:pt x="29311" y="407448"/>
                  </a:lnTo>
                  <a:lnTo>
                    <a:pt x="26553" y="405284"/>
                  </a:lnTo>
                  <a:lnTo>
                    <a:pt x="23906" y="402994"/>
                  </a:lnTo>
                  <a:lnTo>
                    <a:pt x="21371" y="400578"/>
                  </a:lnTo>
                  <a:lnTo>
                    <a:pt x="18954" y="398042"/>
                  </a:lnTo>
                  <a:lnTo>
                    <a:pt x="16664" y="395395"/>
                  </a:lnTo>
                  <a:lnTo>
                    <a:pt x="14501" y="392638"/>
                  </a:lnTo>
                  <a:lnTo>
                    <a:pt x="12464" y="389777"/>
                  </a:lnTo>
                  <a:lnTo>
                    <a:pt x="10563" y="386822"/>
                  </a:lnTo>
                  <a:lnTo>
                    <a:pt x="8811" y="383763"/>
                  </a:lnTo>
                  <a:lnTo>
                    <a:pt x="7195" y="380617"/>
                  </a:lnTo>
                  <a:lnTo>
                    <a:pt x="5737" y="377384"/>
                  </a:lnTo>
                  <a:lnTo>
                    <a:pt x="4430" y="374072"/>
                  </a:lnTo>
                  <a:lnTo>
                    <a:pt x="3281" y="370681"/>
                  </a:lnTo>
                  <a:lnTo>
                    <a:pt x="2298" y="367210"/>
                  </a:lnTo>
                  <a:lnTo>
                    <a:pt x="1482" y="363684"/>
                  </a:lnTo>
                  <a:lnTo>
                    <a:pt x="840" y="360086"/>
                  </a:lnTo>
                  <a:lnTo>
                    <a:pt x="372" y="356433"/>
                  </a:lnTo>
                  <a:lnTo>
                    <a:pt x="95" y="352733"/>
                  </a:lnTo>
                  <a:lnTo>
                    <a:pt x="0" y="349033"/>
                  </a:lnTo>
                  <a:lnTo>
                    <a:pt x="0" y="72916"/>
                  </a:lnTo>
                  <a:lnTo>
                    <a:pt x="95" y="69215"/>
                  </a:lnTo>
                  <a:lnTo>
                    <a:pt x="372" y="65515"/>
                  </a:lnTo>
                  <a:lnTo>
                    <a:pt x="840" y="61862"/>
                  </a:lnTo>
                  <a:lnTo>
                    <a:pt x="1482" y="58265"/>
                  </a:lnTo>
                  <a:lnTo>
                    <a:pt x="2298" y="54739"/>
                  </a:lnTo>
                  <a:lnTo>
                    <a:pt x="3281" y="51268"/>
                  </a:lnTo>
                  <a:lnTo>
                    <a:pt x="4430" y="47876"/>
                  </a:lnTo>
                  <a:lnTo>
                    <a:pt x="5737" y="44564"/>
                  </a:lnTo>
                  <a:lnTo>
                    <a:pt x="7195" y="41331"/>
                  </a:lnTo>
                  <a:lnTo>
                    <a:pt x="8811" y="38185"/>
                  </a:lnTo>
                  <a:lnTo>
                    <a:pt x="10563" y="35127"/>
                  </a:lnTo>
                  <a:lnTo>
                    <a:pt x="12464" y="32171"/>
                  </a:lnTo>
                  <a:lnTo>
                    <a:pt x="14501" y="29311"/>
                  </a:lnTo>
                  <a:lnTo>
                    <a:pt x="16664" y="26553"/>
                  </a:lnTo>
                  <a:lnTo>
                    <a:pt x="18954" y="23906"/>
                  </a:lnTo>
                  <a:lnTo>
                    <a:pt x="21371" y="21371"/>
                  </a:lnTo>
                  <a:lnTo>
                    <a:pt x="23906" y="18954"/>
                  </a:lnTo>
                  <a:lnTo>
                    <a:pt x="26553" y="16664"/>
                  </a:lnTo>
                  <a:lnTo>
                    <a:pt x="29311" y="14501"/>
                  </a:lnTo>
                  <a:lnTo>
                    <a:pt x="32171" y="12464"/>
                  </a:lnTo>
                  <a:lnTo>
                    <a:pt x="35127" y="10563"/>
                  </a:lnTo>
                  <a:lnTo>
                    <a:pt x="38185" y="8811"/>
                  </a:lnTo>
                  <a:lnTo>
                    <a:pt x="41331" y="7195"/>
                  </a:lnTo>
                  <a:lnTo>
                    <a:pt x="44564" y="5737"/>
                  </a:lnTo>
                  <a:lnTo>
                    <a:pt x="47876" y="4430"/>
                  </a:lnTo>
                  <a:lnTo>
                    <a:pt x="51268" y="3281"/>
                  </a:lnTo>
                  <a:lnTo>
                    <a:pt x="54738" y="2298"/>
                  </a:lnTo>
                  <a:lnTo>
                    <a:pt x="58265" y="1482"/>
                  </a:lnTo>
                  <a:lnTo>
                    <a:pt x="61862" y="840"/>
                  </a:lnTo>
                  <a:lnTo>
                    <a:pt x="65515" y="372"/>
                  </a:lnTo>
                  <a:lnTo>
                    <a:pt x="69215" y="95"/>
                  </a:lnTo>
                  <a:lnTo>
                    <a:pt x="72916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AFABAB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Shape 793">
              <a:extLst>
                <a:ext uri="{FF2B5EF4-FFF2-40B4-BE49-F238E27FC236}">
                  <a16:creationId xmlns:a16="http://schemas.microsoft.com/office/drawing/2014/main" id="{0BB875B8-E0FA-1E55-DEB3-7EE2B707D452}"/>
                </a:ext>
              </a:extLst>
            </p:cNvPr>
            <p:cNvSpPr/>
            <p:nvPr/>
          </p:nvSpPr>
          <p:spPr>
            <a:xfrm>
              <a:off x="308438" y="636845"/>
              <a:ext cx="308438" cy="421948"/>
            </a:xfrm>
            <a:custGeom>
              <a:avLst/>
              <a:gdLst/>
              <a:ahLst/>
              <a:cxnLst/>
              <a:rect l="0" t="0" r="0" b="0"/>
              <a:pathLst>
                <a:path w="308438" h="421948">
                  <a:moveTo>
                    <a:pt x="0" y="0"/>
                  </a:moveTo>
                  <a:lnTo>
                    <a:pt x="235523" y="0"/>
                  </a:lnTo>
                  <a:lnTo>
                    <a:pt x="239223" y="95"/>
                  </a:lnTo>
                  <a:lnTo>
                    <a:pt x="242923" y="372"/>
                  </a:lnTo>
                  <a:lnTo>
                    <a:pt x="246576" y="840"/>
                  </a:lnTo>
                  <a:lnTo>
                    <a:pt x="250174" y="1482"/>
                  </a:lnTo>
                  <a:lnTo>
                    <a:pt x="253700" y="2298"/>
                  </a:lnTo>
                  <a:lnTo>
                    <a:pt x="257171" y="3281"/>
                  </a:lnTo>
                  <a:lnTo>
                    <a:pt x="260562" y="4430"/>
                  </a:lnTo>
                  <a:lnTo>
                    <a:pt x="263874" y="5737"/>
                  </a:lnTo>
                  <a:lnTo>
                    <a:pt x="267107" y="7195"/>
                  </a:lnTo>
                  <a:lnTo>
                    <a:pt x="270253" y="8811"/>
                  </a:lnTo>
                  <a:lnTo>
                    <a:pt x="273312" y="10563"/>
                  </a:lnTo>
                  <a:lnTo>
                    <a:pt x="276267" y="12464"/>
                  </a:lnTo>
                  <a:lnTo>
                    <a:pt x="279128" y="14501"/>
                  </a:lnTo>
                  <a:lnTo>
                    <a:pt x="281885" y="16664"/>
                  </a:lnTo>
                  <a:lnTo>
                    <a:pt x="284532" y="18954"/>
                  </a:lnTo>
                  <a:lnTo>
                    <a:pt x="287068" y="21371"/>
                  </a:lnTo>
                  <a:lnTo>
                    <a:pt x="289484" y="23906"/>
                  </a:lnTo>
                  <a:lnTo>
                    <a:pt x="291774" y="26553"/>
                  </a:lnTo>
                  <a:lnTo>
                    <a:pt x="293938" y="29311"/>
                  </a:lnTo>
                  <a:lnTo>
                    <a:pt x="295974" y="32171"/>
                  </a:lnTo>
                  <a:lnTo>
                    <a:pt x="297876" y="35127"/>
                  </a:lnTo>
                  <a:lnTo>
                    <a:pt x="299627" y="38185"/>
                  </a:lnTo>
                  <a:lnTo>
                    <a:pt x="301243" y="41331"/>
                  </a:lnTo>
                  <a:lnTo>
                    <a:pt x="302702" y="44564"/>
                  </a:lnTo>
                  <a:lnTo>
                    <a:pt x="304009" y="47876"/>
                  </a:lnTo>
                  <a:lnTo>
                    <a:pt x="305158" y="51268"/>
                  </a:lnTo>
                  <a:lnTo>
                    <a:pt x="306140" y="54739"/>
                  </a:lnTo>
                  <a:lnTo>
                    <a:pt x="306957" y="58265"/>
                  </a:lnTo>
                  <a:lnTo>
                    <a:pt x="307598" y="61862"/>
                  </a:lnTo>
                  <a:lnTo>
                    <a:pt x="308066" y="65515"/>
                  </a:lnTo>
                  <a:lnTo>
                    <a:pt x="308343" y="69215"/>
                  </a:lnTo>
                  <a:lnTo>
                    <a:pt x="308438" y="72916"/>
                  </a:lnTo>
                  <a:lnTo>
                    <a:pt x="308438" y="349033"/>
                  </a:lnTo>
                  <a:lnTo>
                    <a:pt x="308343" y="352733"/>
                  </a:lnTo>
                  <a:lnTo>
                    <a:pt x="308066" y="356433"/>
                  </a:lnTo>
                  <a:lnTo>
                    <a:pt x="307598" y="360086"/>
                  </a:lnTo>
                  <a:lnTo>
                    <a:pt x="306957" y="363684"/>
                  </a:lnTo>
                  <a:lnTo>
                    <a:pt x="306140" y="367210"/>
                  </a:lnTo>
                  <a:lnTo>
                    <a:pt x="305158" y="370681"/>
                  </a:lnTo>
                  <a:lnTo>
                    <a:pt x="304009" y="374072"/>
                  </a:lnTo>
                  <a:lnTo>
                    <a:pt x="302702" y="377384"/>
                  </a:lnTo>
                  <a:lnTo>
                    <a:pt x="301243" y="380617"/>
                  </a:lnTo>
                  <a:lnTo>
                    <a:pt x="299627" y="383763"/>
                  </a:lnTo>
                  <a:lnTo>
                    <a:pt x="297876" y="386822"/>
                  </a:lnTo>
                  <a:lnTo>
                    <a:pt x="295974" y="389777"/>
                  </a:lnTo>
                  <a:lnTo>
                    <a:pt x="293938" y="392638"/>
                  </a:lnTo>
                  <a:lnTo>
                    <a:pt x="291774" y="395395"/>
                  </a:lnTo>
                  <a:lnTo>
                    <a:pt x="289484" y="398042"/>
                  </a:lnTo>
                  <a:lnTo>
                    <a:pt x="287068" y="400578"/>
                  </a:lnTo>
                  <a:lnTo>
                    <a:pt x="284532" y="402994"/>
                  </a:lnTo>
                  <a:lnTo>
                    <a:pt x="281885" y="405284"/>
                  </a:lnTo>
                  <a:lnTo>
                    <a:pt x="279128" y="407448"/>
                  </a:lnTo>
                  <a:lnTo>
                    <a:pt x="276267" y="409484"/>
                  </a:lnTo>
                  <a:lnTo>
                    <a:pt x="273312" y="411386"/>
                  </a:lnTo>
                  <a:lnTo>
                    <a:pt x="270253" y="413137"/>
                  </a:lnTo>
                  <a:lnTo>
                    <a:pt x="267107" y="414754"/>
                  </a:lnTo>
                  <a:lnTo>
                    <a:pt x="263874" y="416211"/>
                  </a:lnTo>
                  <a:lnTo>
                    <a:pt x="260562" y="417519"/>
                  </a:lnTo>
                  <a:lnTo>
                    <a:pt x="257171" y="418668"/>
                  </a:lnTo>
                  <a:lnTo>
                    <a:pt x="253700" y="419650"/>
                  </a:lnTo>
                  <a:lnTo>
                    <a:pt x="250174" y="420466"/>
                  </a:lnTo>
                  <a:lnTo>
                    <a:pt x="246576" y="421108"/>
                  </a:lnTo>
                  <a:lnTo>
                    <a:pt x="242923" y="421576"/>
                  </a:lnTo>
                  <a:lnTo>
                    <a:pt x="239223" y="421853"/>
                  </a:lnTo>
                  <a:lnTo>
                    <a:pt x="235523" y="421948"/>
                  </a:lnTo>
                  <a:lnTo>
                    <a:pt x="0" y="421948"/>
                  </a:lnTo>
                  <a:lnTo>
                    <a:pt x="0" y="414024"/>
                  </a:lnTo>
                  <a:lnTo>
                    <a:pt x="235372" y="414024"/>
                  </a:lnTo>
                  <a:lnTo>
                    <a:pt x="238779" y="413941"/>
                  </a:lnTo>
                  <a:lnTo>
                    <a:pt x="242203" y="413677"/>
                  </a:lnTo>
                  <a:lnTo>
                    <a:pt x="245483" y="413264"/>
                  </a:lnTo>
                  <a:lnTo>
                    <a:pt x="245285" y="413288"/>
                  </a:lnTo>
                  <a:lnTo>
                    <a:pt x="248569" y="412706"/>
                  </a:lnTo>
                  <a:lnTo>
                    <a:pt x="251695" y="411986"/>
                  </a:lnTo>
                  <a:lnTo>
                    <a:pt x="254893" y="411074"/>
                  </a:lnTo>
                  <a:lnTo>
                    <a:pt x="257931" y="410046"/>
                  </a:lnTo>
                  <a:lnTo>
                    <a:pt x="257741" y="410110"/>
                  </a:lnTo>
                  <a:lnTo>
                    <a:pt x="260824" y="408896"/>
                  </a:lnTo>
                  <a:lnTo>
                    <a:pt x="263597" y="407646"/>
                  </a:lnTo>
                  <a:lnTo>
                    <a:pt x="266560" y="406132"/>
                  </a:lnTo>
                  <a:lnTo>
                    <a:pt x="266386" y="406219"/>
                  </a:lnTo>
                  <a:lnTo>
                    <a:pt x="269278" y="404563"/>
                  </a:lnTo>
                  <a:lnTo>
                    <a:pt x="269112" y="404658"/>
                  </a:lnTo>
                  <a:lnTo>
                    <a:pt x="271783" y="402953"/>
                  </a:lnTo>
                  <a:lnTo>
                    <a:pt x="274461" y="401045"/>
                  </a:lnTo>
                  <a:lnTo>
                    <a:pt x="274310" y="401164"/>
                  </a:lnTo>
                  <a:lnTo>
                    <a:pt x="276859" y="399157"/>
                  </a:lnTo>
                  <a:lnTo>
                    <a:pt x="279179" y="397153"/>
                  </a:lnTo>
                  <a:lnTo>
                    <a:pt x="281460" y="394970"/>
                  </a:lnTo>
                  <a:lnTo>
                    <a:pt x="283648" y="392684"/>
                  </a:lnTo>
                  <a:lnTo>
                    <a:pt x="285645" y="390372"/>
                  </a:lnTo>
                  <a:lnTo>
                    <a:pt x="287654" y="387820"/>
                  </a:lnTo>
                  <a:lnTo>
                    <a:pt x="287535" y="387971"/>
                  </a:lnTo>
                  <a:lnTo>
                    <a:pt x="289441" y="385296"/>
                  </a:lnTo>
                  <a:lnTo>
                    <a:pt x="291148" y="382622"/>
                  </a:lnTo>
                  <a:lnTo>
                    <a:pt x="291053" y="382788"/>
                  </a:lnTo>
                  <a:lnTo>
                    <a:pt x="292709" y="379896"/>
                  </a:lnTo>
                  <a:lnTo>
                    <a:pt x="292622" y="380070"/>
                  </a:lnTo>
                  <a:lnTo>
                    <a:pt x="294138" y="377102"/>
                  </a:lnTo>
                  <a:lnTo>
                    <a:pt x="295384" y="374339"/>
                  </a:lnTo>
                  <a:lnTo>
                    <a:pt x="296589" y="371279"/>
                  </a:lnTo>
                  <a:lnTo>
                    <a:pt x="297565" y="368402"/>
                  </a:lnTo>
                  <a:lnTo>
                    <a:pt x="298475" y="365207"/>
                  </a:lnTo>
                  <a:lnTo>
                    <a:pt x="299196" y="362079"/>
                  </a:lnTo>
                  <a:lnTo>
                    <a:pt x="299777" y="358795"/>
                  </a:lnTo>
                  <a:lnTo>
                    <a:pt x="299754" y="358993"/>
                  </a:lnTo>
                  <a:lnTo>
                    <a:pt x="300168" y="355712"/>
                  </a:lnTo>
                  <a:lnTo>
                    <a:pt x="300431" y="352293"/>
                  </a:lnTo>
                  <a:lnTo>
                    <a:pt x="300514" y="348882"/>
                  </a:lnTo>
                  <a:lnTo>
                    <a:pt x="300514" y="73066"/>
                  </a:lnTo>
                  <a:lnTo>
                    <a:pt x="300431" y="69656"/>
                  </a:lnTo>
                  <a:lnTo>
                    <a:pt x="300168" y="66235"/>
                  </a:lnTo>
                  <a:lnTo>
                    <a:pt x="299754" y="62956"/>
                  </a:lnTo>
                  <a:lnTo>
                    <a:pt x="299777" y="63154"/>
                  </a:lnTo>
                  <a:lnTo>
                    <a:pt x="299196" y="59869"/>
                  </a:lnTo>
                  <a:lnTo>
                    <a:pt x="298475" y="56739"/>
                  </a:lnTo>
                  <a:lnTo>
                    <a:pt x="297564" y="53544"/>
                  </a:lnTo>
                  <a:lnTo>
                    <a:pt x="296537" y="50507"/>
                  </a:lnTo>
                  <a:lnTo>
                    <a:pt x="296600" y="50697"/>
                  </a:lnTo>
                  <a:lnTo>
                    <a:pt x="295384" y="47611"/>
                  </a:lnTo>
                  <a:lnTo>
                    <a:pt x="294137" y="44845"/>
                  </a:lnTo>
                  <a:lnTo>
                    <a:pt x="292622" y="41878"/>
                  </a:lnTo>
                  <a:lnTo>
                    <a:pt x="292709" y="42052"/>
                  </a:lnTo>
                  <a:lnTo>
                    <a:pt x="291053" y="39160"/>
                  </a:lnTo>
                  <a:lnTo>
                    <a:pt x="291148" y="39326"/>
                  </a:lnTo>
                  <a:lnTo>
                    <a:pt x="289442" y="36654"/>
                  </a:lnTo>
                  <a:lnTo>
                    <a:pt x="287535" y="33978"/>
                  </a:lnTo>
                  <a:lnTo>
                    <a:pt x="287654" y="34128"/>
                  </a:lnTo>
                  <a:lnTo>
                    <a:pt x="285645" y="31577"/>
                  </a:lnTo>
                  <a:lnTo>
                    <a:pt x="283648" y="29265"/>
                  </a:lnTo>
                  <a:lnTo>
                    <a:pt x="281460" y="26978"/>
                  </a:lnTo>
                  <a:lnTo>
                    <a:pt x="279178" y="24794"/>
                  </a:lnTo>
                  <a:lnTo>
                    <a:pt x="276859" y="22791"/>
                  </a:lnTo>
                  <a:lnTo>
                    <a:pt x="274310" y="20785"/>
                  </a:lnTo>
                  <a:lnTo>
                    <a:pt x="274461" y="20903"/>
                  </a:lnTo>
                  <a:lnTo>
                    <a:pt x="271783" y="18995"/>
                  </a:lnTo>
                  <a:lnTo>
                    <a:pt x="269112" y="17290"/>
                  </a:lnTo>
                  <a:lnTo>
                    <a:pt x="269278" y="17385"/>
                  </a:lnTo>
                  <a:lnTo>
                    <a:pt x="266386" y="15729"/>
                  </a:lnTo>
                  <a:lnTo>
                    <a:pt x="266560" y="15816"/>
                  </a:lnTo>
                  <a:lnTo>
                    <a:pt x="263590" y="14300"/>
                  </a:lnTo>
                  <a:lnTo>
                    <a:pt x="260697" y="12995"/>
                  </a:lnTo>
                  <a:lnTo>
                    <a:pt x="260879" y="13067"/>
                  </a:lnTo>
                  <a:lnTo>
                    <a:pt x="257741" y="11838"/>
                  </a:lnTo>
                  <a:lnTo>
                    <a:pt x="257931" y="11902"/>
                  </a:lnTo>
                  <a:lnTo>
                    <a:pt x="254752" y="10826"/>
                  </a:lnTo>
                  <a:lnTo>
                    <a:pt x="251705" y="9965"/>
                  </a:lnTo>
                  <a:lnTo>
                    <a:pt x="248572" y="9243"/>
                  </a:lnTo>
                  <a:lnTo>
                    <a:pt x="245285" y="8661"/>
                  </a:lnTo>
                  <a:lnTo>
                    <a:pt x="245483" y="8685"/>
                  </a:lnTo>
                  <a:lnTo>
                    <a:pt x="242203" y="8271"/>
                  </a:lnTo>
                  <a:lnTo>
                    <a:pt x="238783" y="8008"/>
                  </a:lnTo>
                  <a:lnTo>
                    <a:pt x="235372" y="7924"/>
                  </a:lnTo>
                  <a:lnTo>
                    <a:pt x="0" y="7924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AFABAB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36449B4-263E-B5C7-145F-669FD60569B8}"/>
                </a:ext>
              </a:extLst>
            </p:cNvPr>
            <p:cNvSpPr/>
            <p:nvPr/>
          </p:nvSpPr>
          <p:spPr>
            <a:xfrm>
              <a:off x="125998" y="684079"/>
              <a:ext cx="484722" cy="21007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 indent="0" algn="l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1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Patch-</a:t>
              </a:r>
              <a:endParaRPr lang="en-US" sz="10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ACB0C62-5BAF-B0D2-90F8-6B500BC088C2}"/>
                </a:ext>
              </a:extLst>
            </p:cNvPr>
            <p:cNvSpPr/>
            <p:nvPr/>
          </p:nvSpPr>
          <p:spPr>
            <a:xfrm>
              <a:off x="111339" y="855236"/>
              <a:ext cx="522977" cy="21007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 indent="0" algn="l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1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shuffle</a:t>
              </a:r>
              <a:endParaRPr lang="en-US" sz="10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DFD8AC0C-144B-C66D-EA8F-4620D0ADD807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824879" y="35658"/>
              <a:ext cx="677970" cy="674166"/>
            </a:xfrm>
            <a:prstGeom prst="rect">
              <a:avLst/>
            </a:prstGeom>
          </p:spPr>
        </p:pic>
        <p:sp>
          <p:nvSpPr>
            <p:cNvPr id="15" name="Shape 798">
              <a:extLst>
                <a:ext uri="{FF2B5EF4-FFF2-40B4-BE49-F238E27FC236}">
                  <a16:creationId xmlns:a16="http://schemas.microsoft.com/office/drawing/2014/main" id="{F62F2679-CC95-013A-9E37-6881632D7F80}"/>
                </a:ext>
              </a:extLst>
            </p:cNvPr>
            <p:cNvSpPr/>
            <p:nvPr/>
          </p:nvSpPr>
          <p:spPr>
            <a:xfrm>
              <a:off x="789222" y="0"/>
              <a:ext cx="374642" cy="745482"/>
            </a:xfrm>
            <a:custGeom>
              <a:avLst/>
              <a:gdLst/>
              <a:ahLst/>
              <a:cxnLst/>
              <a:rect l="0" t="0" r="0" b="0"/>
              <a:pathLst>
                <a:path w="374642" h="745482">
                  <a:moveTo>
                    <a:pt x="17829" y="0"/>
                  </a:moveTo>
                  <a:lnTo>
                    <a:pt x="374642" y="0"/>
                  </a:lnTo>
                  <a:lnTo>
                    <a:pt x="374642" y="35658"/>
                  </a:lnTo>
                  <a:lnTo>
                    <a:pt x="35658" y="35658"/>
                  </a:lnTo>
                  <a:lnTo>
                    <a:pt x="35658" y="709824"/>
                  </a:lnTo>
                  <a:lnTo>
                    <a:pt x="374642" y="709824"/>
                  </a:lnTo>
                  <a:lnTo>
                    <a:pt x="374642" y="745482"/>
                  </a:lnTo>
                  <a:lnTo>
                    <a:pt x="17829" y="745482"/>
                  </a:lnTo>
                  <a:lnTo>
                    <a:pt x="15293" y="745299"/>
                  </a:lnTo>
                  <a:lnTo>
                    <a:pt x="12805" y="744760"/>
                  </a:lnTo>
                  <a:lnTo>
                    <a:pt x="10420" y="743873"/>
                  </a:lnTo>
                  <a:lnTo>
                    <a:pt x="8193" y="742653"/>
                  </a:lnTo>
                  <a:lnTo>
                    <a:pt x="6157" y="741123"/>
                  </a:lnTo>
                  <a:lnTo>
                    <a:pt x="4358" y="739325"/>
                  </a:lnTo>
                  <a:lnTo>
                    <a:pt x="2829" y="737288"/>
                  </a:lnTo>
                  <a:lnTo>
                    <a:pt x="1609" y="735062"/>
                  </a:lnTo>
                  <a:lnTo>
                    <a:pt x="721" y="732676"/>
                  </a:lnTo>
                  <a:lnTo>
                    <a:pt x="182" y="730188"/>
                  </a:lnTo>
                  <a:lnTo>
                    <a:pt x="0" y="727653"/>
                  </a:lnTo>
                  <a:lnTo>
                    <a:pt x="0" y="17829"/>
                  </a:lnTo>
                  <a:lnTo>
                    <a:pt x="182" y="15293"/>
                  </a:lnTo>
                  <a:lnTo>
                    <a:pt x="721" y="12805"/>
                  </a:lnTo>
                  <a:lnTo>
                    <a:pt x="1609" y="10420"/>
                  </a:lnTo>
                  <a:lnTo>
                    <a:pt x="2829" y="8193"/>
                  </a:lnTo>
                  <a:lnTo>
                    <a:pt x="4358" y="6157"/>
                  </a:lnTo>
                  <a:lnTo>
                    <a:pt x="6157" y="4358"/>
                  </a:lnTo>
                  <a:lnTo>
                    <a:pt x="8193" y="2829"/>
                  </a:lnTo>
                  <a:lnTo>
                    <a:pt x="10420" y="1608"/>
                  </a:lnTo>
                  <a:lnTo>
                    <a:pt x="12805" y="721"/>
                  </a:lnTo>
                  <a:lnTo>
                    <a:pt x="15293" y="182"/>
                  </a:lnTo>
                  <a:lnTo>
                    <a:pt x="17829" y="0"/>
                  </a:lnTo>
                  <a:close/>
                </a:path>
              </a:pathLst>
            </a:custGeom>
            <a:ln w="0" cap="sq">
              <a:bevel/>
            </a:ln>
          </p:spPr>
          <p:style>
            <a:lnRef idx="0">
              <a:srgbClr val="000000">
                <a:alpha val="0"/>
              </a:srgbClr>
            </a:lnRef>
            <a:fillRef idx="1">
              <a:srgbClr val="95CE4C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Shape 799">
              <a:extLst>
                <a:ext uri="{FF2B5EF4-FFF2-40B4-BE49-F238E27FC236}">
                  <a16:creationId xmlns:a16="http://schemas.microsoft.com/office/drawing/2014/main" id="{1E72BE4F-C447-19FF-CD68-5CE4A96B06E2}"/>
                </a:ext>
              </a:extLst>
            </p:cNvPr>
            <p:cNvSpPr/>
            <p:nvPr/>
          </p:nvSpPr>
          <p:spPr>
            <a:xfrm>
              <a:off x="1163864" y="0"/>
              <a:ext cx="374643" cy="745482"/>
            </a:xfrm>
            <a:custGeom>
              <a:avLst/>
              <a:gdLst/>
              <a:ahLst/>
              <a:cxnLst/>
              <a:rect l="0" t="0" r="0" b="0"/>
              <a:pathLst>
                <a:path w="374643" h="745482">
                  <a:moveTo>
                    <a:pt x="0" y="0"/>
                  </a:moveTo>
                  <a:lnTo>
                    <a:pt x="356814" y="0"/>
                  </a:lnTo>
                  <a:lnTo>
                    <a:pt x="359350" y="182"/>
                  </a:lnTo>
                  <a:lnTo>
                    <a:pt x="361838" y="721"/>
                  </a:lnTo>
                  <a:lnTo>
                    <a:pt x="364223" y="1608"/>
                  </a:lnTo>
                  <a:lnTo>
                    <a:pt x="366449" y="2829"/>
                  </a:lnTo>
                  <a:lnTo>
                    <a:pt x="368486" y="4358"/>
                  </a:lnTo>
                  <a:lnTo>
                    <a:pt x="370285" y="6157"/>
                  </a:lnTo>
                  <a:lnTo>
                    <a:pt x="371814" y="8193"/>
                  </a:lnTo>
                  <a:lnTo>
                    <a:pt x="373034" y="10420"/>
                  </a:lnTo>
                  <a:lnTo>
                    <a:pt x="373922" y="12805"/>
                  </a:lnTo>
                  <a:lnTo>
                    <a:pt x="374460" y="15293"/>
                  </a:lnTo>
                  <a:lnTo>
                    <a:pt x="374643" y="17829"/>
                  </a:lnTo>
                  <a:lnTo>
                    <a:pt x="374643" y="727653"/>
                  </a:lnTo>
                  <a:lnTo>
                    <a:pt x="374460" y="730188"/>
                  </a:lnTo>
                  <a:lnTo>
                    <a:pt x="373922" y="732676"/>
                  </a:lnTo>
                  <a:lnTo>
                    <a:pt x="373034" y="735062"/>
                  </a:lnTo>
                  <a:lnTo>
                    <a:pt x="371814" y="737288"/>
                  </a:lnTo>
                  <a:lnTo>
                    <a:pt x="370285" y="739325"/>
                  </a:lnTo>
                  <a:lnTo>
                    <a:pt x="368486" y="741123"/>
                  </a:lnTo>
                  <a:lnTo>
                    <a:pt x="366449" y="742653"/>
                  </a:lnTo>
                  <a:lnTo>
                    <a:pt x="364223" y="743873"/>
                  </a:lnTo>
                  <a:lnTo>
                    <a:pt x="361838" y="744760"/>
                  </a:lnTo>
                  <a:lnTo>
                    <a:pt x="359350" y="745299"/>
                  </a:lnTo>
                  <a:lnTo>
                    <a:pt x="356814" y="745482"/>
                  </a:lnTo>
                  <a:lnTo>
                    <a:pt x="0" y="745482"/>
                  </a:lnTo>
                  <a:lnTo>
                    <a:pt x="0" y="709824"/>
                  </a:lnTo>
                  <a:lnTo>
                    <a:pt x="338985" y="709824"/>
                  </a:lnTo>
                  <a:lnTo>
                    <a:pt x="338985" y="35658"/>
                  </a:lnTo>
                  <a:lnTo>
                    <a:pt x="0" y="35658"/>
                  </a:lnTo>
                  <a:lnTo>
                    <a:pt x="0" y="0"/>
                  </a:lnTo>
                  <a:close/>
                </a:path>
              </a:pathLst>
            </a:custGeom>
            <a:ln w="0" cap="sq">
              <a:bevel/>
            </a:ln>
          </p:spPr>
          <p:style>
            <a:lnRef idx="0">
              <a:srgbClr val="000000">
                <a:alpha val="0"/>
              </a:srgbClr>
            </a:lnRef>
            <a:fillRef idx="1">
              <a:srgbClr val="95CE4C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9251B45C-95AB-68F2-4FCC-AA188A20E164}"/>
                </a:ext>
              </a:extLst>
            </p:cNvPr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822978" y="985576"/>
              <a:ext cx="677970" cy="674166"/>
            </a:xfrm>
            <a:prstGeom prst="rect">
              <a:avLst/>
            </a:prstGeom>
          </p:spPr>
        </p:pic>
        <p:sp>
          <p:nvSpPr>
            <p:cNvPr id="18" name="Shape 802">
              <a:extLst>
                <a:ext uri="{FF2B5EF4-FFF2-40B4-BE49-F238E27FC236}">
                  <a16:creationId xmlns:a16="http://schemas.microsoft.com/office/drawing/2014/main" id="{86B22F9C-49FB-8C43-F9E2-9AFF9F7FA241}"/>
                </a:ext>
              </a:extLst>
            </p:cNvPr>
            <p:cNvSpPr/>
            <p:nvPr/>
          </p:nvSpPr>
          <p:spPr>
            <a:xfrm>
              <a:off x="787320" y="949919"/>
              <a:ext cx="374643" cy="745481"/>
            </a:xfrm>
            <a:custGeom>
              <a:avLst/>
              <a:gdLst/>
              <a:ahLst/>
              <a:cxnLst/>
              <a:rect l="0" t="0" r="0" b="0"/>
              <a:pathLst>
                <a:path w="374643" h="745481">
                  <a:moveTo>
                    <a:pt x="17829" y="0"/>
                  </a:moveTo>
                  <a:lnTo>
                    <a:pt x="374643" y="0"/>
                  </a:lnTo>
                  <a:lnTo>
                    <a:pt x="374643" y="35658"/>
                  </a:lnTo>
                  <a:lnTo>
                    <a:pt x="35658" y="35658"/>
                  </a:lnTo>
                  <a:lnTo>
                    <a:pt x="35658" y="709824"/>
                  </a:lnTo>
                  <a:lnTo>
                    <a:pt x="374643" y="709824"/>
                  </a:lnTo>
                  <a:lnTo>
                    <a:pt x="374643" y="745481"/>
                  </a:lnTo>
                  <a:lnTo>
                    <a:pt x="17829" y="745481"/>
                  </a:lnTo>
                  <a:lnTo>
                    <a:pt x="15293" y="745299"/>
                  </a:lnTo>
                  <a:lnTo>
                    <a:pt x="12805" y="744760"/>
                  </a:lnTo>
                  <a:lnTo>
                    <a:pt x="10420" y="743873"/>
                  </a:lnTo>
                  <a:lnTo>
                    <a:pt x="8193" y="742653"/>
                  </a:lnTo>
                  <a:lnTo>
                    <a:pt x="6157" y="741123"/>
                  </a:lnTo>
                  <a:lnTo>
                    <a:pt x="4358" y="739324"/>
                  </a:lnTo>
                  <a:lnTo>
                    <a:pt x="2829" y="737288"/>
                  </a:lnTo>
                  <a:lnTo>
                    <a:pt x="1609" y="735061"/>
                  </a:lnTo>
                  <a:lnTo>
                    <a:pt x="721" y="732676"/>
                  </a:lnTo>
                  <a:lnTo>
                    <a:pt x="182" y="730188"/>
                  </a:lnTo>
                  <a:lnTo>
                    <a:pt x="0" y="727653"/>
                  </a:lnTo>
                  <a:lnTo>
                    <a:pt x="0" y="17829"/>
                  </a:lnTo>
                  <a:lnTo>
                    <a:pt x="182" y="15293"/>
                  </a:lnTo>
                  <a:lnTo>
                    <a:pt x="721" y="12805"/>
                  </a:lnTo>
                  <a:lnTo>
                    <a:pt x="1609" y="10420"/>
                  </a:lnTo>
                  <a:lnTo>
                    <a:pt x="2829" y="8193"/>
                  </a:lnTo>
                  <a:lnTo>
                    <a:pt x="4358" y="6157"/>
                  </a:lnTo>
                  <a:lnTo>
                    <a:pt x="6157" y="4358"/>
                  </a:lnTo>
                  <a:lnTo>
                    <a:pt x="8193" y="2829"/>
                  </a:lnTo>
                  <a:lnTo>
                    <a:pt x="10420" y="1609"/>
                  </a:lnTo>
                  <a:lnTo>
                    <a:pt x="12805" y="721"/>
                  </a:lnTo>
                  <a:lnTo>
                    <a:pt x="15293" y="182"/>
                  </a:lnTo>
                  <a:lnTo>
                    <a:pt x="17829" y="0"/>
                  </a:lnTo>
                  <a:close/>
                </a:path>
              </a:pathLst>
            </a:custGeom>
            <a:ln w="0" cap="sq">
              <a:bevel/>
            </a:ln>
          </p:spPr>
          <p:style>
            <a:lnRef idx="0">
              <a:srgbClr val="000000">
                <a:alpha val="0"/>
              </a:srgbClr>
            </a:lnRef>
            <a:fillRef idx="1">
              <a:srgbClr val="EFAB6A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Shape 803">
              <a:extLst>
                <a:ext uri="{FF2B5EF4-FFF2-40B4-BE49-F238E27FC236}">
                  <a16:creationId xmlns:a16="http://schemas.microsoft.com/office/drawing/2014/main" id="{8129A4C1-F25C-18B7-CB20-6F494466D689}"/>
                </a:ext>
              </a:extLst>
            </p:cNvPr>
            <p:cNvSpPr/>
            <p:nvPr/>
          </p:nvSpPr>
          <p:spPr>
            <a:xfrm>
              <a:off x="1161962" y="949919"/>
              <a:ext cx="374642" cy="745481"/>
            </a:xfrm>
            <a:custGeom>
              <a:avLst/>
              <a:gdLst/>
              <a:ahLst/>
              <a:cxnLst/>
              <a:rect l="0" t="0" r="0" b="0"/>
              <a:pathLst>
                <a:path w="374642" h="745481">
                  <a:moveTo>
                    <a:pt x="0" y="0"/>
                  </a:moveTo>
                  <a:lnTo>
                    <a:pt x="356814" y="0"/>
                  </a:lnTo>
                  <a:lnTo>
                    <a:pt x="359349" y="182"/>
                  </a:lnTo>
                  <a:lnTo>
                    <a:pt x="361837" y="721"/>
                  </a:lnTo>
                  <a:lnTo>
                    <a:pt x="364222" y="1609"/>
                  </a:lnTo>
                  <a:lnTo>
                    <a:pt x="366449" y="2829"/>
                  </a:lnTo>
                  <a:lnTo>
                    <a:pt x="368485" y="4358"/>
                  </a:lnTo>
                  <a:lnTo>
                    <a:pt x="370284" y="6157"/>
                  </a:lnTo>
                  <a:lnTo>
                    <a:pt x="371814" y="8193"/>
                  </a:lnTo>
                  <a:lnTo>
                    <a:pt x="373034" y="10420"/>
                  </a:lnTo>
                  <a:lnTo>
                    <a:pt x="373921" y="12805"/>
                  </a:lnTo>
                  <a:lnTo>
                    <a:pt x="374460" y="15293"/>
                  </a:lnTo>
                  <a:lnTo>
                    <a:pt x="374642" y="17829"/>
                  </a:lnTo>
                  <a:lnTo>
                    <a:pt x="374642" y="727653"/>
                  </a:lnTo>
                  <a:lnTo>
                    <a:pt x="374460" y="730188"/>
                  </a:lnTo>
                  <a:lnTo>
                    <a:pt x="373921" y="732676"/>
                  </a:lnTo>
                  <a:lnTo>
                    <a:pt x="373034" y="735061"/>
                  </a:lnTo>
                  <a:lnTo>
                    <a:pt x="371814" y="737288"/>
                  </a:lnTo>
                  <a:lnTo>
                    <a:pt x="370284" y="739324"/>
                  </a:lnTo>
                  <a:lnTo>
                    <a:pt x="368485" y="741123"/>
                  </a:lnTo>
                  <a:lnTo>
                    <a:pt x="366449" y="742653"/>
                  </a:lnTo>
                  <a:lnTo>
                    <a:pt x="364222" y="743873"/>
                  </a:lnTo>
                  <a:lnTo>
                    <a:pt x="361837" y="744760"/>
                  </a:lnTo>
                  <a:lnTo>
                    <a:pt x="359349" y="745299"/>
                  </a:lnTo>
                  <a:lnTo>
                    <a:pt x="356814" y="745481"/>
                  </a:lnTo>
                  <a:lnTo>
                    <a:pt x="0" y="745481"/>
                  </a:lnTo>
                  <a:lnTo>
                    <a:pt x="0" y="709824"/>
                  </a:lnTo>
                  <a:lnTo>
                    <a:pt x="338985" y="709824"/>
                  </a:lnTo>
                  <a:lnTo>
                    <a:pt x="338985" y="35658"/>
                  </a:lnTo>
                  <a:lnTo>
                    <a:pt x="0" y="35658"/>
                  </a:lnTo>
                  <a:lnTo>
                    <a:pt x="0" y="0"/>
                  </a:lnTo>
                  <a:close/>
                </a:path>
              </a:pathLst>
            </a:custGeom>
            <a:ln w="0" cap="sq">
              <a:bevel/>
            </a:ln>
          </p:spPr>
          <p:style>
            <a:lnRef idx="0">
              <a:srgbClr val="000000">
                <a:alpha val="0"/>
              </a:srgbClr>
            </a:lnRef>
            <a:fillRef idx="1">
              <a:srgbClr val="EFAB6A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Shape 804">
              <a:extLst>
                <a:ext uri="{FF2B5EF4-FFF2-40B4-BE49-F238E27FC236}">
                  <a16:creationId xmlns:a16="http://schemas.microsoft.com/office/drawing/2014/main" id="{3E76687A-1E52-E269-E9E7-ECAC428BA0F3}"/>
                </a:ext>
              </a:extLst>
            </p:cNvPr>
            <p:cNvSpPr/>
            <p:nvPr/>
          </p:nvSpPr>
          <p:spPr>
            <a:xfrm>
              <a:off x="1553483" y="1286645"/>
              <a:ext cx="441758" cy="71236"/>
            </a:xfrm>
            <a:custGeom>
              <a:avLst/>
              <a:gdLst/>
              <a:ahLst/>
              <a:cxnLst/>
              <a:rect l="0" t="0" r="0" b="0"/>
              <a:pathLst>
                <a:path w="441758" h="71236">
                  <a:moveTo>
                    <a:pt x="377694" y="0"/>
                  </a:moveTo>
                  <a:lnTo>
                    <a:pt x="379349" y="8"/>
                  </a:lnTo>
                  <a:lnTo>
                    <a:pt x="380974" y="356"/>
                  </a:lnTo>
                  <a:lnTo>
                    <a:pt x="382479" y="1038"/>
                  </a:lnTo>
                  <a:lnTo>
                    <a:pt x="441758" y="35618"/>
                  </a:lnTo>
                  <a:lnTo>
                    <a:pt x="382479" y="70198"/>
                  </a:lnTo>
                  <a:lnTo>
                    <a:pt x="380974" y="70879"/>
                  </a:lnTo>
                  <a:lnTo>
                    <a:pt x="379349" y="71228"/>
                  </a:lnTo>
                  <a:lnTo>
                    <a:pt x="377694" y="71236"/>
                  </a:lnTo>
                  <a:lnTo>
                    <a:pt x="376077" y="70895"/>
                  </a:lnTo>
                  <a:lnTo>
                    <a:pt x="374555" y="70230"/>
                  </a:lnTo>
                  <a:lnTo>
                    <a:pt x="373216" y="69263"/>
                  </a:lnTo>
                  <a:lnTo>
                    <a:pt x="372099" y="68035"/>
                  </a:lnTo>
                  <a:lnTo>
                    <a:pt x="371267" y="66608"/>
                  </a:lnTo>
                  <a:lnTo>
                    <a:pt x="370744" y="65031"/>
                  </a:lnTo>
                  <a:lnTo>
                    <a:pt x="370562" y="63383"/>
                  </a:lnTo>
                  <a:lnTo>
                    <a:pt x="370728" y="61735"/>
                  </a:lnTo>
                  <a:lnTo>
                    <a:pt x="371235" y="60158"/>
                  </a:lnTo>
                  <a:lnTo>
                    <a:pt x="372059" y="58724"/>
                  </a:lnTo>
                  <a:lnTo>
                    <a:pt x="373161" y="57488"/>
                  </a:lnTo>
                  <a:lnTo>
                    <a:pt x="374500" y="56505"/>
                  </a:lnTo>
                  <a:lnTo>
                    <a:pt x="396719" y="43542"/>
                  </a:lnTo>
                  <a:lnTo>
                    <a:pt x="0" y="43542"/>
                  </a:lnTo>
                  <a:lnTo>
                    <a:pt x="0" y="27694"/>
                  </a:lnTo>
                  <a:lnTo>
                    <a:pt x="396719" y="27694"/>
                  </a:lnTo>
                  <a:lnTo>
                    <a:pt x="374500" y="14730"/>
                  </a:lnTo>
                  <a:lnTo>
                    <a:pt x="373161" y="13748"/>
                  </a:lnTo>
                  <a:lnTo>
                    <a:pt x="372059" y="12512"/>
                  </a:lnTo>
                  <a:lnTo>
                    <a:pt x="371235" y="11078"/>
                  </a:lnTo>
                  <a:lnTo>
                    <a:pt x="370728" y="9493"/>
                  </a:lnTo>
                  <a:lnTo>
                    <a:pt x="370562" y="7844"/>
                  </a:lnTo>
                  <a:lnTo>
                    <a:pt x="370744" y="6204"/>
                  </a:lnTo>
                  <a:lnTo>
                    <a:pt x="371267" y="4627"/>
                  </a:lnTo>
                  <a:lnTo>
                    <a:pt x="372099" y="3201"/>
                  </a:lnTo>
                  <a:lnTo>
                    <a:pt x="373216" y="1973"/>
                  </a:lnTo>
                  <a:lnTo>
                    <a:pt x="374555" y="1006"/>
                  </a:lnTo>
                  <a:lnTo>
                    <a:pt x="376077" y="341"/>
                  </a:lnTo>
                  <a:lnTo>
                    <a:pt x="377694" y="0"/>
                  </a:lnTo>
                  <a:close/>
                </a:path>
              </a:pathLst>
            </a:custGeom>
            <a:ln w="0" cap="sq">
              <a:bevel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Shape 805">
              <a:extLst>
                <a:ext uri="{FF2B5EF4-FFF2-40B4-BE49-F238E27FC236}">
                  <a16:creationId xmlns:a16="http://schemas.microsoft.com/office/drawing/2014/main" id="{5954331A-F0DE-06A5-17D6-39FC8C529701}"/>
                </a:ext>
              </a:extLst>
            </p:cNvPr>
            <p:cNvSpPr/>
            <p:nvPr/>
          </p:nvSpPr>
          <p:spPr>
            <a:xfrm>
              <a:off x="1553483" y="337360"/>
              <a:ext cx="441758" cy="71236"/>
            </a:xfrm>
            <a:custGeom>
              <a:avLst/>
              <a:gdLst/>
              <a:ahLst/>
              <a:cxnLst/>
              <a:rect l="0" t="0" r="0" b="0"/>
              <a:pathLst>
                <a:path w="441758" h="71236">
                  <a:moveTo>
                    <a:pt x="377694" y="0"/>
                  </a:moveTo>
                  <a:lnTo>
                    <a:pt x="379349" y="8"/>
                  </a:lnTo>
                  <a:lnTo>
                    <a:pt x="380974" y="357"/>
                  </a:lnTo>
                  <a:lnTo>
                    <a:pt x="382479" y="1038"/>
                  </a:lnTo>
                  <a:lnTo>
                    <a:pt x="441758" y="35618"/>
                  </a:lnTo>
                  <a:lnTo>
                    <a:pt x="382479" y="70198"/>
                  </a:lnTo>
                  <a:lnTo>
                    <a:pt x="380974" y="70879"/>
                  </a:lnTo>
                  <a:lnTo>
                    <a:pt x="379349" y="71228"/>
                  </a:lnTo>
                  <a:lnTo>
                    <a:pt x="377694" y="71236"/>
                  </a:lnTo>
                  <a:lnTo>
                    <a:pt x="376077" y="70895"/>
                  </a:lnTo>
                  <a:lnTo>
                    <a:pt x="374555" y="70230"/>
                  </a:lnTo>
                  <a:lnTo>
                    <a:pt x="373216" y="69263"/>
                  </a:lnTo>
                  <a:lnTo>
                    <a:pt x="372099" y="68035"/>
                  </a:lnTo>
                  <a:lnTo>
                    <a:pt x="371267" y="66608"/>
                  </a:lnTo>
                  <a:lnTo>
                    <a:pt x="370744" y="65032"/>
                  </a:lnTo>
                  <a:lnTo>
                    <a:pt x="370562" y="63383"/>
                  </a:lnTo>
                  <a:lnTo>
                    <a:pt x="370728" y="61735"/>
                  </a:lnTo>
                  <a:lnTo>
                    <a:pt x="371235" y="60158"/>
                  </a:lnTo>
                  <a:lnTo>
                    <a:pt x="372059" y="58724"/>
                  </a:lnTo>
                  <a:lnTo>
                    <a:pt x="373161" y="57488"/>
                  </a:lnTo>
                  <a:lnTo>
                    <a:pt x="374500" y="56505"/>
                  </a:lnTo>
                  <a:lnTo>
                    <a:pt x="396719" y="43542"/>
                  </a:lnTo>
                  <a:lnTo>
                    <a:pt x="0" y="43542"/>
                  </a:lnTo>
                  <a:lnTo>
                    <a:pt x="0" y="27694"/>
                  </a:lnTo>
                  <a:lnTo>
                    <a:pt x="396719" y="27694"/>
                  </a:lnTo>
                  <a:lnTo>
                    <a:pt x="374500" y="14730"/>
                  </a:lnTo>
                  <a:lnTo>
                    <a:pt x="373161" y="13748"/>
                  </a:lnTo>
                  <a:lnTo>
                    <a:pt x="372059" y="12512"/>
                  </a:lnTo>
                  <a:lnTo>
                    <a:pt x="371235" y="11078"/>
                  </a:lnTo>
                  <a:lnTo>
                    <a:pt x="370728" y="9501"/>
                  </a:lnTo>
                  <a:lnTo>
                    <a:pt x="370562" y="7853"/>
                  </a:lnTo>
                  <a:lnTo>
                    <a:pt x="370744" y="6204"/>
                  </a:lnTo>
                  <a:lnTo>
                    <a:pt x="371267" y="4628"/>
                  </a:lnTo>
                  <a:lnTo>
                    <a:pt x="372099" y="3201"/>
                  </a:lnTo>
                  <a:lnTo>
                    <a:pt x="373216" y="1973"/>
                  </a:lnTo>
                  <a:lnTo>
                    <a:pt x="374555" y="1006"/>
                  </a:lnTo>
                  <a:lnTo>
                    <a:pt x="376077" y="341"/>
                  </a:lnTo>
                  <a:lnTo>
                    <a:pt x="377694" y="0"/>
                  </a:lnTo>
                  <a:close/>
                </a:path>
              </a:pathLst>
            </a:custGeom>
            <a:ln w="0" cap="sq">
              <a:bevel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Shape 806">
              <a:extLst>
                <a:ext uri="{FF2B5EF4-FFF2-40B4-BE49-F238E27FC236}">
                  <a16:creationId xmlns:a16="http://schemas.microsoft.com/office/drawing/2014/main" id="{14E03538-2BE2-5D6E-F760-B37253277B85}"/>
                </a:ext>
              </a:extLst>
            </p:cNvPr>
            <p:cNvSpPr/>
            <p:nvPr/>
          </p:nvSpPr>
          <p:spPr>
            <a:xfrm>
              <a:off x="2052452" y="35658"/>
              <a:ext cx="733120" cy="1624085"/>
            </a:xfrm>
            <a:custGeom>
              <a:avLst/>
              <a:gdLst/>
              <a:ahLst/>
              <a:cxnLst/>
              <a:rect l="0" t="0" r="0" b="0"/>
              <a:pathLst>
                <a:path w="733120" h="1624085">
                  <a:moveTo>
                    <a:pt x="0" y="0"/>
                  </a:moveTo>
                  <a:lnTo>
                    <a:pt x="733120" y="431695"/>
                  </a:lnTo>
                  <a:lnTo>
                    <a:pt x="733120" y="1192390"/>
                  </a:lnTo>
                  <a:lnTo>
                    <a:pt x="0" y="1624085"/>
                  </a:lnTo>
                  <a:lnTo>
                    <a:pt x="0" y="0"/>
                  </a:lnTo>
                  <a:close/>
                </a:path>
              </a:pathLst>
            </a:custGeom>
            <a:ln w="0" cap="sq">
              <a:bevel/>
            </a:ln>
          </p:spPr>
          <p:style>
            <a:lnRef idx="0">
              <a:srgbClr val="000000">
                <a:alpha val="0"/>
              </a:srgbClr>
            </a:lnRef>
            <a:fillRef idx="1">
              <a:srgbClr val="E2F0FF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Shape 807">
              <a:extLst>
                <a:ext uri="{FF2B5EF4-FFF2-40B4-BE49-F238E27FC236}">
                  <a16:creationId xmlns:a16="http://schemas.microsoft.com/office/drawing/2014/main" id="{0A294E87-CA12-9D34-1599-AEC3FB869F4E}"/>
                </a:ext>
              </a:extLst>
            </p:cNvPr>
            <p:cNvSpPr/>
            <p:nvPr/>
          </p:nvSpPr>
          <p:spPr>
            <a:xfrm>
              <a:off x="2044766" y="21957"/>
              <a:ext cx="374404" cy="1651327"/>
            </a:xfrm>
            <a:custGeom>
              <a:avLst/>
              <a:gdLst/>
              <a:ahLst/>
              <a:cxnLst/>
              <a:rect l="0" t="0" r="0" b="0"/>
              <a:pathLst>
                <a:path w="374404" h="1651327">
                  <a:moveTo>
                    <a:pt x="0" y="0"/>
                  </a:moveTo>
                  <a:lnTo>
                    <a:pt x="374404" y="220288"/>
                  </a:lnTo>
                  <a:lnTo>
                    <a:pt x="374404" y="238678"/>
                  </a:lnTo>
                  <a:lnTo>
                    <a:pt x="15847" y="27715"/>
                  </a:lnTo>
                  <a:lnTo>
                    <a:pt x="15847" y="1623612"/>
                  </a:lnTo>
                  <a:lnTo>
                    <a:pt x="374404" y="1412649"/>
                  </a:lnTo>
                  <a:lnTo>
                    <a:pt x="374404" y="1431039"/>
                  </a:lnTo>
                  <a:lnTo>
                    <a:pt x="0" y="1651327"/>
                  </a:lnTo>
                  <a:lnTo>
                    <a:pt x="0" y="0"/>
                  </a:lnTo>
                  <a:close/>
                </a:path>
              </a:pathLst>
            </a:custGeom>
            <a:ln w="0" cap="sq">
              <a:bevel/>
            </a:ln>
          </p:spPr>
          <p:style>
            <a:lnRef idx="0">
              <a:srgbClr val="000000">
                <a:alpha val="0"/>
              </a:srgbClr>
            </a:lnRef>
            <a:fillRef idx="1">
              <a:srgbClr val="97CBFF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Shape 808">
              <a:extLst>
                <a:ext uri="{FF2B5EF4-FFF2-40B4-BE49-F238E27FC236}">
                  <a16:creationId xmlns:a16="http://schemas.microsoft.com/office/drawing/2014/main" id="{3AB218C0-5487-651D-C6FF-5DF81CA20553}"/>
                </a:ext>
              </a:extLst>
            </p:cNvPr>
            <p:cNvSpPr/>
            <p:nvPr/>
          </p:nvSpPr>
          <p:spPr>
            <a:xfrm>
              <a:off x="2419170" y="242246"/>
              <a:ext cx="374405" cy="1210750"/>
            </a:xfrm>
            <a:custGeom>
              <a:avLst/>
              <a:gdLst/>
              <a:ahLst/>
              <a:cxnLst/>
              <a:rect l="0" t="0" r="0" b="0"/>
              <a:pathLst>
                <a:path w="374405" h="1210750">
                  <a:moveTo>
                    <a:pt x="0" y="0"/>
                  </a:moveTo>
                  <a:lnTo>
                    <a:pt x="374405" y="220289"/>
                  </a:lnTo>
                  <a:lnTo>
                    <a:pt x="374405" y="990461"/>
                  </a:lnTo>
                  <a:lnTo>
                    <a:pt x="0" y="1210750"/>
                  </a:lnTo>
                  <a:lnTo>
                    <a:pt x="0" y="1192360"/>
                  </a:lnTo>
                  <a:lnTo>
                    <a:pt x="358557" y="981397"/>
                  </a:lnTo>
                  <a:lnTo>
                    <a:pt x="358557" y="229353"/>
                  </a:lnTo>
                  <a:lnTo>
                    <a:pt x="0" y="18390"/>
                  </a:lnTo>
                  <a:lnTo>
                    <a:pt x="0" y="0"/>
                  </a:lnTo>
                  <a:close/>
                </a:path>
              </a:pathLst>
            </a:custGeom>
            <a:ln w="0" cap="sq">
              <a:bevel/>
            </a:ln>
          </p:spPr>
          <p:style>
            <a:lnRef idx="0">
              <a:srgbClr val="000000">
                <a:alpha val="0"/>
              </a:srgbClr>
            </a:lnRef>
            <a:fillRef idx="1">
              <a:srgbClr val="97CBFF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5B538B43-DFAF-96B0-4C97-D1026458D8F0}"/>
                </a:ext>
              </a:extLst>
            </p:cNvPr>
            <p:cNvSpPr/>
            <p:nvPr/>
          </p:nvSpPr>
          <p:spPr>
            <a:xfrm>
              <a:off x="2191754" y="676727"/>
              <a:ext cx="632140" cy="23400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 indent="0" algn="l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50" kern="1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Feature</a:t>
              </a:r>
              <a:endParaRPr lang="en-US" sz="10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518C45A-5E0E-6735-D776-55E195741949}"/>
                </a:ext>
              </a:extLst>
            </p:cNvPr>
            <p:cNvSpPr/>
            <p:nvPr/>
          </p:nvSpPr>
          <p:spPr>
            <a:xfrm>
              <a:off x="2134702" y="866902"/>
              <a:ext cx="784368" cy="23400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 indent="0" algn="l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50" kern="1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Extractor</a:t>
              </a:r>
              <a:endParaRPr lang="en-US" sz="10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9EE6AC93-9734-239A-0BB6-033765A0C85D}"/>
                </a:ext>
              </a:extLst>
            </p:cNvPr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2102847" y="197305"/>
              <a:ext cx="291917" cy="291917"/>
            </a:xfrm>
            <a:prstGeom prst="rect">
              <a:avLst/>
            </a:prstGeom>
          </p:spPr>
        </p:pic>
        <p:sp>
          <p:nvSpPr>
            <p:cNvPr id="28" name="Shape 813">
              <a:extLst>
                <a:ext uri="{FF2B5EF4-FFF2-40B4-BE49-F238E27FC236}">
                  <a16:creationId xmlns:a16="http://schemas.microsoft.com/office/drawing/2014/main" id="{6A5F234B-3D86-59B7-E94C-06A4554060D4}"/>
                </a:ext>
              </a:extLst>
            </p:cNvPr>
            <p:cNvSpPr/>
            <p:nvPr/>
          </p:nvSpPr>
          <p:spPr>
            <a:xfrm>
              <a:off x="2874003" y="502970"/>
              <a:ext cx="272187" cy="71236"/>
            </a:xfrm>
            <a:custGeom>
              <a:avLst/>
              <a:gdLst/>
              <a:ahLst/>
              <a:cxnLst/>
              <a:rect l="0" t="0" r="0" b="0"/>
              <a:pathLst>
                <a:path w="272187" h="71236">
                  <a:moveTo>
                    <a:pt x="208121" y="0"/>
                  </a:moveTo>
                  <a:lnTo>
                    <a:pt x="209778" y="8"/>
                  </a:lnTo>
                  <a:lnTo>
                    <a:pt x="211402" y="357"/>
                  </a:lnTo>
                  <a:lnTo>
                    <a:pt x="212908" y="1038"/>
                  </a:lnTo>
                  <a:lnTo>
                    <a:pt x="272187" y="35618"/>
                  </a:lnTo>
                  <a:lnTo>
                    <a:pt x="212908" y="70198"/>
                  </a:lnTo>
                  <a:lnTo>
                    <a:pt x="211402" y="70879"/>
                  </a:lnTo>
                  <a:lnTo>
                    <a:pt x="209778" y="71228"/>
                  </a:lnTo>
                  <a:lnTo>
                    <a:pt x="208121" y="71236"/>
                  </a:lnTo>
                  <a:lnTo>
                    <a:pt x="206505" y="70895"/>
                  </a:lnTo>
                  <a:lnTo>
                    <a:pt x="204984" y="70230"/>
                  </a:lnTo>
                  <a:lnTo>
                    <a:pt x="203644" y="69263"/>
                  </a:lnTo>
                  <a:lnTo>
                    <a:pt x="202527" y="68035"/>
                  </a:lnTo>
                  <a:lnTo>
                    <a:pt x="201695" y="66608"/>
                  </a:lnTo>
                  <a:lnTo>
                    <a:pt x="201173" y="65031"/>
                  </a:lnTo>
                  <a:lnTo>
                    <a:pt x="200990" y="63383"/>
                  </a:lnTo>
                  <a:lnTo>
                    <a:pt x="201156" y="61735"/>
                  </a:lnTo>
                  <a:lnTo>
                    <a:pt x="201663" y="60158"/>
                  </a:lnTo>
                  <a:lnTo>
                    <a:pt x="202487" y="58724"/>
                  </a:lnTo>
                  <a:lnTo>
                    <a:pt x="203589" y="57488"/>
                  </a:lnTo>
                  <a:lnTo>
                    <a:pt x="204920" y="56505"/>
                  </a:lnTo>
                  <a:lnTo>
                    <a:pt x="227143" y="43542"/>
                  </a:lnTo>
                  <a:lnTo>
                    <a:pt x="0" y="43542"/>
                  </a:lnTo>
                  <a:lnTo>
                    <a:pt x="0" y="27694"/>
                  </a:lnTo>
                  <a:lnTo>
                    <a:pt x="227144" y="27694"/>
                  </a:lnTo>
                  <a:lnTo>
                    <a:pt x="204920" y="14731"/>
                  </a:lnTo>
                  <a:lnTo>
                    <a:pt x="203589" y="13748"/>
                  </a:lnTo>
                  <a:lnTo>
                    <a:pt x="202487" y="12512"/>
                  </a:lnTo>
                  <a:lnTo>
                    <a:pt x="201663" y="11078"/>
                  </a:lnTo>
                  <a:lnTo>
                    <a:pt x="201156" y="9501"/>
                  </a:lnTo>
                  <a:lnTo>
                    <a:pt x="200990" y="7853"/>
                  </a:lnTo>
                  <a:lnTo>
                    <a:pt x="201173" y="6204"/>
                  </a:lnTo>
                  <a:lnTo>
                    <a:pt x="201695" y="4628"/>
                  </a:lnTo>
                  <a:lnTo>
                    <a:pt x="202527" y="3201"/>
                  </a:lnTo>
                  <a:lnTo>
                    <a:pt x="203644" y="1973"/>
                  </a:lnTo>
                  <a:lnTo>
                    <a:pt x="204984" y="1006"/>
                  </a:lnTo>
                  <a:lnTo>
                    <a:pt x="206505" y="341"/>
                  </a:lnTo>
                  <a:lnTo>
                    <a:pt x="208121" y="0"/>
                  </a:lnTo>
                  <a:close/>
                </a:path>
              </a:pathLst>
            </a:custGeom>
            <a:ln w="0" cap="sq">
              <a:bevel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Shape 29987">
              <a:extLst>
                <a:ext uri="{FF2B5EF4-FFF2-40B4-BE49-F238E27FC236}">
                  <a16:creationId xmlns:a16="http://schemas.microsoft.com/office/drawing/2014/main" id="{6A888556-3EEB-1198-5CB7-8A4A5D569D86}"/>
                </a:ext>
              </a:extLst>
            </p:cNvPr>
            <p:cNvSpPr/>
            <p:nvPr/>
          </p:nvSpPr>
          <p:spPr>
            <a:xfrm>
              <a:off x="3296188" y="455942"/>
              <a:ext cx="179714" cy="674166"/>
            </a:xfrm>
            <a:custGeom>
              <a:avLst/>
              <a:gdLst/>
              <a:ahLst/>
              <a:cxnLst/>
              <a:rect l="0" t="0" r="0" b="0"/>
              <a:pathLst>
                <a:path w="179714" h="674166">
                  <a:moveTo>
                    <a:pt x="0" y="0"/>
                  </a:moveTo>
                  <a:lnTo>
                    <a:pt x="179714" y="0"/>
                  </a:lnTo>
                  <a:lnTo>
                    <a:pt x="179714" y="674166"/>
                  </a:lnTo>
                  <a:lnTo>
                    <a:pt x="0" y="674166"/>
                  </a:lnTo>
                  <a:lnTo>
                    <a:pt x="0" y="0"/>
                  </a:lnTo>
                </a:path>
              </a:pathLst>
            </a:custGeom>
            <a:ln w="0" cap="sq">
              <a:bevel/>
            </a:ln>
          </p:spPr>
          <p:style>
            <a:lnRef idx="0">
              <a:srgbClr val="000000">
                <a:alpha val="0"/>
              </a:srgbClr>
            </a:lnRef>
            <a:fillRef idx="1">
              <a:srgbClr val="D8F3CA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Shape 815">
              <a:extLst>
                <a:ext uri="{FF2B5EF4-FFF2-40B4-BE49-F238E27FC236}">
                  <a16:creationId xmlns:a16="http://schemas.microsoft.com/office/drawing/2014/main" id="{3B825DEF-8625-7F4E-58A8-229C3407AAFC}"/>
                </a:ext>
              </a:extLst>
            </p:cNvPr>
            <p:cNvSpPr/>
            <p:nvPr/>
          </p:nvSpPr>
          <p:spPr>
            <a:xfrm>
              <a:off x="3288423" y="447859"/>
              <a:ext cx="97861" cy="689777"/>
            </a:xfrm>
            <a:custGeom>
              <a:avLst/>
              <a:gdLst/>
              <a:ahLst/>
              <a:cxnLst/>
              <a:rect l="0" t="0" r="0" b="0"/>
              <a:pathLst>
                <a:path w="97861" h="689777">
                  <a:moveTo>
                    <a:pt x="0" y="0"/>
                  </a:moveTo>
                  <a:lnTo>
                    <a:pt x="97861" y="0"/>
                  </a:lnTo>
                  <a:lnTo>
                    <a:pt x="97861" y="15848"/>
                  </a:lnTo>
                  <a:lnTo>
                    <a:pt x="15848" y="15848"/>
                  </a:lnTo>
                  <a:lnTo>
                    <a:pt x="15848" y="673929"/>
                  </a:lnTo>
                  <a:lnTo>
                    <a:pt x="97861" y="673929"/>
                  </a:lnTo>
                  <a:lnTo>
                    <a:pt x="97861" y="689777"/>
                  </a:lnTo>
                  <a:lnTo>
                    <a:pt x="0" y="689777"/>
                  </a:lnTo>
                  <a:lnTo>
                    <a:pt x="0" y="0"/>
                  </a:lnTo>
                  <a:close/>
                </a:path>
              </a:pathLst>
            </a:custGeom>
            <a:ln w="0" cap="sq">
              <a:bevel/>
            </a:ln>
          </p:spPr>
          <p:style>
            <a:lnRef idx="0">
              <a:srgbClr val="000000">
                <a:alpha val="0"/>
              </a:srgbClr>
            </a:lnRef>
            <a:fillRef idx="1">
              <a:srgbClr val="A5D4FF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Shape 816">
              <a:extLst>
                <a:ext uri="{FF2B5EF4-FFF2-40B4-BE49-F238E27FC236}">
                  <a16:creationId xmlns:a16="http://schemas.microsoft.com/office/drawing/2014/main" id="{122F9A8B-97B0-D952-1E2A-BB3F0873035A}"/>
                </a:ext>
              </a:extLst>
            </p:cNvPr>
            <p:cNvSpPr/>
            <p:nvPr/>
          </p:nvSpPr>
          <p:spPr>
            <a:xfrm>
              <a:off x="3386284" y="447859"/>
              <a:ext cx="97860" cy="689777"/>
            </a:xfrm>
            <a:custGeom>
              <a:avLst/>
              <a:gdLst/>
              <a:ahLst/>
              <a:cxnLst/>
              <a:rect l="0" t="0" r="0" b="0"/>
              <a:pathLst>
                <a:path w="97860" h="689777">
                  <a:moveTo>
                    <a:pt x="0" y="0"/>
                  </a:moveTo>
                  <a:lnTo>
                    <a:pt x="97860" y="0"/>
                  </a:lnTo>
                  <a:lnTo>
                    <a:pt x="97860" y="689777"/>
                  </a:lnTo>
                  <a:lnTo>
                    <a:pt x="0" y="689777"/>
                  </a:lnTo>
                  <a:lnTo>
                    <a:pt x="0" y="673929"/>
                  </a:lnTo>
                  <a:lnTo>
                    <a:pt x="82012" y="673929"/>
                  </a:lnTo>
                  <a:lnTo>
                    <a:pt x="82012" y="15848"/>
                  </a:lnTo>
                  <a:lnTo>
                    <a:pt x="0" y="15848"/>
                  </a:lnTo>
                  <a:lnTo>
                    <a:pt x="0" y="0"/>
                  </a:lnTo>
                  <a:close/>
                </a:path>
              </a:pathLst>
            </a:custGeom>
            <a:ln w="0" cap="sq">
              <a:bevel/>
            </a:ln>
          </p:spPr>
          <p:style>
            <a:lnRef idx="0">
              <a:srgbClr val="000000">
                <a:alpha val="0"/>
              </a:srgbClr>
            </a:lnRef>
            <a:fillRef idx="1">
              <a:srgbClr val="A5D4FF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32" name="Shape 29988">
              <a:extLst>
                <a:ext uri="{FF2B5EF4-FFF2-40B4-BE49-F238E27FC236}">
                  <a16:creationId xmlns:a16="http://schemas.microsoft.com/office/drawing/2014/main" id="{74086C97-876C-6A5B-5ACD-3D8016411967}"/>
                </a:ext>
              </a:extLst>
            </p:cNvPr>
            <p:cNvSpPr/>
            <p:nvPr/>
          </p:nvSpPr>
          <p:spPr>
            <a:xfrm>
              <a:off x="3213463" y="606179"/>
              <a:ext cx="179714" cy="674166"/>
            </a:xfrm>
            <a:custGeom>
              <a:avLst/>
              <a:gdLst/>
              <a:ahLst/>
              <a:cxnLst/>
              <a:rect l="0" t="0" r="0" b="0"/>
              <a:pathLst>
                <a:path w="179714" h="674166">
                  <a:moveTo>
                    <a:pt x="0" y="0"/>
                  </a:moveTo>
                  <a:lnTo>
                    <a:pt x="179714" y="0"/>
                  </a:lnTo>
                  <a:lnTo>
                    <a:pt x="179714" y="674166"/>
                  </a:lnTo>
                  <a:lnTo>
                    <a:pt x="0" y="674166"/>
                  </a:lnTo>
                  <a:lnTo>
                    <a:pt x="0" y="0"/>
                  </a:lnTo>
                </a:path>
              </a:pathLst>
            </a:custGeom>
            <a:ln w="0" cap="sq">
              <a:bevel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7D4B6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33" name="Shape 818">
              <a:extLst>
                <a:ext uri="{FF2B5EF4-FFF2-40B4-BE49-F238E27FC236}">
                  <a16:creationId xmlns:a16="http://schemas.microsoft.com/office/drawing/2014/main" id="{EA71DAF0-548B-42DC-47EF-AC9BEA78A0D9}"/>
                </a:ext>
              </a:extLst>
            </p:cNvPr>
            <p:cNvSpPr/>
            <p:nvPr/>
          </p:nvSpPr>
          <p:spPr>
            <a:xfrm>
              <a:off x="3205618" y="598414"/>
              <a:ext cx="97860" cy="689777"/>
            </a:xfrm>
            <a:custGeom>
              <a:avLst/>
              <a:gdLst/>
              <a:ahLst/>
              <a:cxnLst/>
              <a:rect l="0" t="0" r="0" b="0"/>
              <a:pathLst>
                <a:path w="97860" h="689777">
                  <a:moveTo>
                    <a:pt x="0" y="0"/>
                  </a:moveTo>
                  <a:lnTo>
                    <a:pt x="97860" y="0"/>
                  </a:lnTo>
                  <a:lnTo>
                    <a:pt x="97860" y="15848"/>
                  </a:lnTo>
                  <a:lnTo>
                    <a:pt x="15847" y="15848"/>
                  </a:lnTo>
                  <a:lnTo>
                    <a:pt x="15847" y="673929"/>
                  </a:lnTo>
                  <a:lnTo>
                    <a:pt x="97860" y="673929"/>
                  </a:lnTo>
                  <a:lnTo>
                    <a:pt x="97860" y="689777"/>
                  </a:lnTo>
                  <a:lnTo>
                    <a:pt x="0" y="689777"/>
                  </a:lnTo>
                  <a:lnTo>
                    <a:pt x="0" y="0"/>
                  </a:lnTo>
                  <a:close/>
                </a:path>
              </a:pathLst>
            </a:custGeom>
            <a:ln w="0" cap="sq">
              <a:bevel/>
            </a:ln>
          </p:spPr>
          <p:style>
            <a:lnRef idx="0">
              <a:srgbClr val="000000">
                <a:alpha val="0"/>
              </a:srgbClr>
            </a:lnRef>
            <a:fillRef idx="1">
              <a:srgbClr val="A5D4FF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34" name="Shape 819">
              <a:extLst>
                <a:ext uri="{FF2B5EF4-FFF2-40B4-BE49-F238E27FC236}">
                  <a16:creationId xmlns:a16="http://schemas.microsoft.com/office/drawing/2014/main" id="{CA7D647F-3BAD-5FC0-6606-D7C9FE6D2D4E}"/>
                </a:ext>
              </a:extLst>
            </p:cNvPr>
            <p:cNvSpPr/>
            <p:nvPr/>
          </p:nvSpPr>
          <p:spPr>
            <a:xfrm>
              <a:off x="3303479" y="598414"/>
              <a:ext cx="97860" cy="689777"/>
            </a:xfrm>
            <a:custGeom>
              <a:avLst/>
              <a:gdLst/>
              <a:ahLst/>
              <a:cxnLst/>
              <a:rect l="0" t="0" r="0" b="0"/>
              <a:pathLst>
                <a:path w="97860" h="689777">
                  <a:moveTo>
                    <a:pt x="0" y="0"/>
                  </a:moveTo>
                  <a:lnTo>
                    <a:pt x="97860" y="0"/>
                  </a:lnTo>
                  <a:lnTo>
                    <a:pt x="97860" y="689777"/>
                  </a:lnTo>
                  <a:lnTo>
                    <a:pt x="0" y="689777"/>
                  </a:lnTo>
                  <a:lnTo>
                    <a:pt x="0" y="673929"/>
                  </a:lnTo>
                  <a:lnTo>
                    <a:pt x="82012" y="673929"/>
                  </a:lnTo>
                  <a:lnTo>
                    <a:pt x="82012" y="15848"/>
                  </a:lnTo>
                  <a:lnTo>
                    <a:pt x="0" y="15848"/>
                  </a:lnTo>
                  <a:lnTo>
                    <a:pt x="0" y="0"/>
                  </a:lnTo>
                  <a:close/>
                </a:path>
              </a:pathLst>
            </a:custGeom>
            <a:ln w="0" cap="sq">
              <a:bevel/>
            </a:ln>
          </p:spPr>
          <p:style>
            <a:lnRef idx="0">
              <a:srgbClr val="000000">
                <a:alpha val="0"/>
              </a:srgbClr>
            </a:lnRef>
            <a:fillRef idx="1">
              <a:srgbClr val="A5D4FF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35" name="Shape 820">
              <a:extLst>
                <a:ext uri="{FF2B5EF4-FFF2-40B4-BE49-F238E27FC236}">
                  <a16:creationId xmlns:a16="http://schemas.microsoft.com/office/drawing/2014/main" id="{38A6A1E3-AF0C-A5DD-6823-683553124B30}"/>
                </a:ext>
              </a:extLst>
            </p:cNvPr>
            <p:cNvSpPr/>
            <p:nvPr/>
          </p:nvSpPr>
          <p:spPr>
            <a:xfrm>
              <a:off x="2874003" y="1110734"/>
              <a:ext cx="272187" cy="71236"/>
            </a:xfrm>
            <a:custGeom>
              <a:avLst/>
              <a:gdLst/>
              <a:ahLst/>
              <a:cxnLst/>
              <a:rect l="0" t="0" r="0" b="0"/>
              <a:pathLst>
                <a:path w="272187" h="71236">
                  <a:moveTo>
                    <a:pt x="208121" y="0"/>
                  </a:moveTo>
                  <a:lnTo>
                    <a:pt x="209778" y="8"/>
                  </a:lnTo>
                  <a:lnTo>
                    <a:pt x="211402" y="357"/>
                  </a:lnTo>
                  <a:lnTo>
                    <a:pt x="212908" y="1038"/>
                  </a:lnTo>
                  <a:lnTo>
                    <a:pt x="272187" y="35618"/>
                  </a:lnTo>
                  <a:lnTo>
                    <a:pt x="212908" y="70198"/>
                  </a:lnTo>
                  <a:lnTo>
                    <a:pt x="211402" y="70879"/>
                  </a:lnTo>
                  <a:lnTo>
                    <a:pt x="209778" y="71228"/>
                  </a:lnTo>
                  <a:lnTo>
                    <a:pt x="208121" y="71236"/>
                  </a:lnTo>
                  <a:lnTo>
                    <a:pt x="206505" y="70895"/>
                  </a:lnTo>
                  <a:lnTo>
                    <a:pt x="204984" y="70230"/>
                  </a:lnTo>
                  <a:lnTo>
                    <a:pt x="203644" y="69263"/>
                  </a:lnTo>
                  <a:lnTo>
                    <a:pt x="202527" y="68035"/>
                  </a:lnTo>
                  <a:lnTo>
                    <a:pt x="201695" y="66609"/>
                  </a:lnTo>
                  <a:lnTo>
                    <a:pt x="201173" y="65031"/>
                  </a:lnTo>
                  <a:lnTo>
                    <a:pt x="200990" y="63383"/>
                  </a:lnTo>
                  <a:lnTo>
                    <a:pt x="201156" y="61735"/>
                  </a:lnTo>
                  <a:lnTo>
                    <a:pt x="201663" y="60158"/>
                  </a:lnTo>
                  <a:lnTo>
                    <a:pt x="202487" y="58724"/>
                  </a:lnTo>
                  <a:lnTo>
                    <a:pt x="203589" y="57488"/>
                  </a:lnTo>
                  <a:lnTo>
                    <a:pt x="204920" y="56505"/>
                  </a:lnTo>
                  <a:lnTo>
                    <a:pt x="227144" y="43542"/>
                  </a:lnTo>
                  <a:lnTo>
                    <a:pt x="0" y="43542"/>
                  </a:lnTo>
                  <a:lnTo>
                    <a:pt x="0" y="27694"/>
                  </a:lnTo>
                  <a:lnTo>
                    <a:pt x="227143" y="27694"/>
                  </a:lnTo>
                  <a:lnTo>
                    <a:pt x="204920" y="14731"/>
                  </a:lnTo>
                  <a:lnTo>
                    <a:pt x="203589" y="13748"/>
                  </a:lnTo>
                  <a:lnTo>
                    <a:pt x="202487" y="12512"/>
                  </a:lnTo>
                  <a:lnTo>
                    <a:pt x="201663" y="11078"/>
                  </a:lnTo>
                  <a:lnTo>
                    <a:pt x="201156" y="9501"/>
                  </a:lnTo>
                  <a:lnTo>
                    <a:pt x="200990" y="7853"/>
                  </a:lnTo>
                  <a:lnTo>
                    <a:pt x="201173" y="6205"/>
                  </a:lnTo>
                  <a:lnTo>
                    <a:pt x="201695" y="4628"/>
                  </a:lnTo>
                  <a:lnTo>
                    <a:pt x="202527" y="3201"/>
                  </a:lnTo>
                  <a:lnTo>
                    <a:pt x="203644" y="1973"/>
                  </a:lnTo>
                  <a:lnTo>
                    <a:pt x="204984" y="1007"/>
                  </a:lnTo>
                  <a:lnTo>
                    <a:pt x="206505" y="341"/>
                  </a:lnTo>
                  <a:lnTo>
                    <a:pt x="208121" y="0"/>
                  </a:lnTo>
                  <a:close/>
                </a:path>
              </a:pathLst>
            </a:custGeom>
            <a:ln w="0" cap="sq">
              <a:bevel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36" name="Shape 821">
              <a:extLst>
                <a:ext uri="{FF2B5EF4-FFF2-40B4-BE49-F238E27FC236}">
                  <a16:creationId xmlns:a16="http://schemas.microsoft.com/office/drawing/2014/main" id="{A5DAAF69-3431-699B-21BD-CACE96DB0DCE}"/>
                </a:ext>
              </a:extLst>
            </p:cNvPr>
            <p:cNvSpPr/>
            <p:nvPr/>
          </p:nvSpPr>
          <p:spPr>
            <a:xfrm>
              <a:off x="3550308" y="806852"/>
              <a:ext cx="272186" cy="71236"/>
            </a:xfrm>
            <a:custGeom>
              <a:avLst/>
              <a:gdLst/>
              <a:ahLst/>
              <a:cxnLst/>
              <a:rect l="0" t="0" r="0" b="0"/>
              <a:pathLst>
                <a:path w="272186" h="71236">
                  <a:moveTo>
                    <a:pt x="208122" y="0"/>
                  </a:moveTo>
                  <a:lnTo>
                    <a:pt x="209778" y="8"/>
                  </a:lnTo>
                  <a:lnTo>
                    <a:pt x="211402" y="357"/>
                  </a:lnTo>
                  <a:lnTo>
                    <a:pt x="212908" y="1038"/>
                  </a:lnTo>
                  <a:lnTo>
                    <a:pt x="272186" y="35618"/>
                  </a:lnTo>
                  <a:lnTo>
                    <a:pt x="212908" y="70198"/>
                  </a:lnTo>
                  <a:lnTo>
                    <a:pt x="211402" y="70879"/>
                  </a:lnTo>
                  <a:lnTo>
                    <a:pt x="209778" y="71228"/>
                  </a:lnTo>
                  <a:lnTo>
                    <a:pt x="208122" y="71236"/>
                  </a:lnTo>
                  <a:lnTo>
                    <a:pt x="206505" y="70895"/>
                  </a:lnTo>
                  <a:lnTo>
                    <a:pt x="204984" y="70229"/>
                  </a:lnTo>
                  <a:lnTo>
                    <a:pt x="203645" y="69263"/>
                  </a:lnTo>
                  <a:lnTo>
                    <a:pt x="202528" y="68035"/>
                  </a:lnTo>
                  <a:lnTo>
                    <a:pt x="201695" y="66608"/>
                  </a:lnTo>
                  <a:lnTo>
                    <a:pt x="201172" y="65031"/>
                  </a:lnTo>
                  <a:lnTo>
                    <a:pt x="200990" y="63383"/>
                  </a:lnTo>
                  <a:lnTo>
                    <a:pt x="201156" y="61735"/>
                  </a:lnTo>
                  <a:lnTo>
                    <a:pt x="201664" y="60158"/>
                  </a:lnTo>
                  <a:lnTo>
                    <a:pt x="202488" y="58724"/>
                  </a:lnTo>
                  <a:lnTo>
                    <a:pt x="203589" y="57488"/>
                  </a:lnTo>
                  <a:lnTo>
                    <a:pt x="204928" y="56505"/>
                  </a:lnTo>
                  <a:lnTo>
                    <a:pt x="227152" y="43542"/>
                  </a:lnTo>
                  <a:lnTo>
                    <a:pt x="0" y="43542"/>
                  </a:lnTo>
                  <a:lnTo>
                    <a:pt x="0" y="27694"/>
                  </a:lnTo>
                  <a:lnTo>
                    <a:pt x="227152" y="27694"/>
                  </a:lnTo>
                  <a:lnTo>
                    <a:pt x="204928" y="14730"/>
                  </a:lnTo>
                  <a:lnTo>
                    <a:pt x="203589" y="13748"/>
                  </a:lnTo>
                  <a:lnTo>
                    <a:pt x="202488" y="12512"/>
                  </a:lnTo>
                  <a:lnTo>
                    <a:pt x="201664" y="11078"/>
                  </a:lnTo>
                  <a:lnTo>
                    <a:pt x="201156" y="9501"/>
                  </a:lnTo>
                  <a:lnTo>
                    <a:pt x="200990" y="7853"/>
                  </a:lnTo>
                  <a:lnTo>
                    <a:pt x="201172" y="6204"/>
                  </a:lnTo>
                  <a:lnTo>
                    <a:pt x="201695" y="4627"/>
                  </a:lnTo>
                  <a:lnTo>
                    <a:pt x="202528" y="3201"/>
                  </a:lnTo>
                  <a:lnTo>
                    <a:pt x="203645" y="1973"/>
                  </a:lnTo>
                  <a:lnTo>
                    <a:pt x="204984" y="1006"/>
                  </a:lnTo>
                  <a:lnTo>
                    <a:pt x="206505" y="341"/>
                  </a:lnTo>
                  <a:lnTo>
                    <a:pt x="208122" y="0"/>
                  </a:lnTo>
                  <a:close/>
                </a:path>
              </a:pathLst>
            </a:custGeom>
            <a:ln w="0" cap="sq">
              <a:bevel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37" name="Shape 822">
              <a:extLst>
                <a:ext uri="{FF2B5EF4-FFF2-40B4-BE49-F238E27FC236}">
                  <a16:creationId xmlns:a16="http://schemas.microsoft.com/office/drawing/2014/main" id="{D8832353-0FB0-8A14-DC2D-1D9A39A13CF7}"/>
                </a:ext>
              </a:extLst>
            </p:cNvPr>
            <p:cNvSpPr/>
            <p:nvPr/>
          </p:nvSpPr>
          <p:spPr>
            <a:xfrm>
              <a:off x="4408468" y="806852"/>
              <a:ext cx="272187" cy="71236"/>
            </a:xfrm>
            <a:custGeom>
              <a:avLst/>
              <a:gdLst/>
              <a:ahLst/>
              <a:cxnLst/>
              <a:rect l="0" t="0" r="0" b="0"/>
              <a:pathLst>
                <a:path w="272187" h="71236">
                  <a:moveTo>
                    <a:pt x="208121" y="0"/>
                  </a:moveTo>
                  <a:lnTo>
                    <a:pt x="209778" y="8"/>
                  </a:lnTo>
                  <a:lnTo>
                    <a:pt x="211402" y="357"/>
                  </a:lnTo>
                  <a:lnTo>
                    <a:pt x="212908" y="1038"/>
                  </a:lnTo>
                  <a:lnTo>
                    <a:pt x="272187" y="35618"/>
                  </a:lnTo>
                  <a:lnTo>
                    <a:pt x="212908" y="70198"/>
                  </a:lnTo>
                  <a:lnTo>
                    <a:pt x="211402" y="70879"/>
                  </a:lnTo>
                  <a:lnTo>
                    <a:pt x="209778" y="71228"/>
                  </a:lnTo>
                  <a:lnTo>
                    <a:pt x="208121" y="71236"/>
                  </a:lnTo>
                  <a:lnTo>
                    <a:pt x="206505" y="70895"/>
                  </a:lnTo>
                  <a:lnTo>
                    <a:pt x="204984" y="70229"/>
                  </a:lnTo>
                  <a:lnTo>
                    <a:pt x="203645" y="69263"/>
                  </a:lnTo>
                  <a:lnTo>
                    <a:pt x="202527" y="68035"/>
                  </a:lnTo>
                  <a:lnTo>
                    <a:pt x="201695" y="66608"/>
                  </a:lnTo>
                  <a:lnTo>
                    <a:pt x="201172" y="65031"/>
                  </a:lnTo>
                  <a:lnTo>
                    <a:pt x="200990" y="63383"/>
                  </a:lnTo>
                  <a:lnTo>
                    <a:pt x="201156" y="61735"/>
                  </a:lnTo>
                  <a:lnTo>
                    <a:pt x="201664" y="60158"/>
                  </a:lnTo>
                  <a:lnTo>
                    <a:pt x="202488" y="58724"/>
                  </a:lnTo>
                  <a:lnTo>
                    <a:pt x="203589" y="57488"/>
                  </a:lnTo>
                  <a:lnTo>
                    <a:pt x="204920" y="56505"/>
                  </a:lnTo>
                  <a:lnTo>
                    <a:pt x="227144" y="43542"/>
                  </a:lnTo>
                  <a:lnTo>
                    <a:pt x="0" y="43542"/>
                  </a:lnTo>
                  <a:lnTo>
                    <a:pt x="0" y="27694"/>
                  </a:lnTo>
                  <a:lnTo>
                    <a:pt x="227144" y="27694"/>
                  </a:lnTo>
                  <a:lnTo>
                    <a:pt x="204920" y="14730"/>
                  </a:lnTo>
                  <a:lnTo>
                    <a:pt x="203589" y="13748"/>
                  </a:lnTo>
                  <a:lnTo>
                    <a:pt x="202488" y="12512"/>
                  </a:lnTo>
                  <a:lnTo>
                    <a:pt x="201664" y="11078"/>
                  </a:lnTo>
                  <a:lnTo>
                    <a:pt x="201156" y="9501"/>
                  </a:lnTo>
                  <a:lnTo>
                    <a:pt x="200990" y="7853"/>
                  </a:lnTo>
                  <a:lnTo>
                    <a:pt x="201172" y="6204"/>
                  </a:lnTo>
                  <a:lnTo>
                    <a:pt x="201695" y="4627"/>
                  </a:lnTo>
                  <a:lnTo>
                    <a:pt x="202527" y="3201"/>
                  </a:lnTo>
                  <a:lnTo>
                    <a:pt x="203645" y="1973"/>
                  </a:lnTo>
                  <a:lnTo>
                    <a:pt x="204984" y="1006"/>
                  </a:lnTo>
                  <a:lnTo>
                    <a:pt x="206505" y="341"/>
                  </a:lnTo>
                  <a:lnTo>
                    <a:pt x="208121" y="0"/>
                  </a:lnTo>
                  <a:close/>
                </a:path>
              </a:pathLst>
            </a:custGeom>
            <a:ln w="0" cap="sq">
              <a:bevel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FDCD14A3-BC97-15E3-8ADE-0881B0AA3046}"/>
                </a:ext>
              </a:extLst>
            </p:cNvPr>
            <p:cNvSpPr/>
            <p:nvPr/>
          </p:nvSpPr>
          <p:spPr>
            <a:xfrm>
              <a:off x="4781288" y="590173"/>
              <a:ext cx="331973" cy="210078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 indent="0" algn="l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1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real </a:t>
              </a:r>
              <a:endParaRPr lang="en-US" sz="10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1E3F96A5-5C45-FEAF-9058-A97266E3A5D3}"/>
                </a:ext>
              </a:extLst>
            </p:cNvPr>
            <p:cNvSpPr/>
            <p:nvPr/>
          </p:nvSpPr>
          <p:spPr>
            <a:xfrm>
              <a:off x="4828831" y="761330"/>
              <a:ext cx="205507" cy="21007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 indent="0" algn="l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1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or </a:t>
              </a:r>
              <a:endParaRPr lang="en-US" sz="10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2ACA7EB-705C-9309-B208-83424FD1D98D}"/>
                </a:ext>
              </a:extLst>
            </p:cNvPr>
            <p:cNvSpPr/>
            <p:nvPr/>
          </p:nvSpPr>
          <p:spPr>
            <a:xfrm>
              <a:off x="4765440" y="932486"/>
              <a:ext cx="326429" cy="21007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 indent="0" algn="l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1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fake</a:t>
              </a:r>
              <a:endParaRPr lang="en-US" sz="10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41" name="Shape 826">
              <a:extLst>
                <a:ext uri="{FF2B5EF4-FFF2-40B4-BE49-F238E27FC236}">
                  <a16:creationId xmlns:a16="http://schemas.microsoft.com/office/drawing/2014/main" id="{2140D2BA-0FA9-8327-E779-EF64852510B1}"/>
                </a:ext>
              </a:extLst>
            </p:cNvPr>
            <p:cNvSpPr/>
            <p:nvPr/>
          </p:nvSpPr>
          <p:spPr>
            <a:xfrm>
              <a:off x="4143413" y="341837"/>
              <a:ext cx="173058" cy="997462"/>
            </a:xfrm>
            <a:custGeom>
              <a:avLst/>
              <a:gdLst/>
              <a:ahLst/>
              <a:cxnLst/>
              <a:rect l="0" t="0" r="0" b="0"/>
              <a:pathLst>
                <a:path w="173058" h="997462">
                  <a:moveTo>
                    <a:pt x="0" y="0"/>
                  </a:moveTo>
                  <a:lnTo>
                    <a:pt x="173058" y="102694"/>
                  </a:lnTo>
                  <a:lnTo>
                    <a:pt x="173058" y="895719"/>
                  </a:lnTo>
                  <a:lnTo>
                    <a:pt x="0" y="997462"/>
                  </a:lnTo>
                  <a:lnTo>
                    <a:pt x="0" y="0"/>
                  </a:lnTo>
                  <a:close/>
                </a:path>
              </a:pathLst>
            </a:custGeom>
            <a:ln w="0" cap="sq">
              <a:bevel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CD6D5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42" name="Shape 827">
              <a:extLst>
                <a:ext uri="{FF2B5EF4-FFF2-40B4-BE49-F238E27FC236}">
                  <a16:creationId xmlns:a16="http://schemas.microsoft.com/office/drawing/2014/main" id="{8B34E0C4-0E35-0D9B-9FC3-DB6B3314008F}"/>
                </a:ext>
              </a:extLst>
            </p:cNvPr>
            <p:cNvSpPr/>
            <p:nvPr/>
          </p:nvSpPr>
          <p:spPr>
            <a:xfrm>
              <a:off x="4135093" y="328216"/>
              <a:ext cx="94690" cy="1025338"/>
            </a:xfrm>
            <a:custGeom>
              <a:avLst/>
              <a:gdLst/>
              <a:ahLst/>
              <a:cxnLst/>
              <a:rect l="0" t="0" r="0" b="0"/>
              <a:pathLst>
                <a:path w="94690" h="1025338">
                  <a:moveTo>
                    <a:pt x="0" y="0"/>
                  </a:moveTo>
                  <a:lnTo>
                    <a:pt x="94690" y="55713"/>
                  </a:lnTo>
                  <a:lnTo>
                    <a:pt x="94690" y="74103"/>
                  </a:lnTo>
                  <a:lnTo>
                    <a:pt x="15847" y="27715"/>
                  </a:lnTo>
                  <a:lnTo>
                    <a:pt x="15847" y="997624"/>
                  </a:lnTo>
                  <a:lnTo>
                    <a:pt x="94690" y="951236"/>
                  </a:lnTo>
                  <a:lnTo>
                    <a:pt x="94690" y="969625"/>
                  </a:lnTo>
                  <a:lnTo>
                    <a:pt x="0" y="1025338"/>
                  </a:lnTo>
                  <a:lnTo>
                    <a:pt x="0" y="0"/>
                  </a:lnTo>
                  <a:close/>
                </a:path>
              </a:pathLst>
            </a:custGeom>
            <a:ln w="0" cap="sq">
              <a:bevel/>
            </a:ln>
          </p:spPr>
          <p:style>
            <a:lnRef idx="0">
              <a:srgbClr val="000000">
                <a:alpha val="0"/>
              </a:srgbClr>
            </a:lnRef>
            <a:fillRef idx="1">
              <a:srgbClr val="A5D4FF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43" name="Shape 828">
              <a:extLst>
                <a:ext uri="{FF2B5EF4-FFF2-40B4-BE49-F238E27FC236}">
                  <a16:creationId xmlns:a16="http://schemas.microsoft.com/office/drawing/2014/main" id="{3F5E058F-9095-D5DB-4770-725926DD9EF8}"/>
                </a:ext>
              </a:extLst>
            </p:cNvPr>
            <p:cNvSpPr/>
            <p:nvPr/>
          </p:nvSpPr>
          <p:spPr>
            <a:xfrm>
              <a:off x="4229784" y="383929"/>
              <a:ext cx="94691" cy="913913"/>
            </a:xfrm>
            <a:custGeom>
              <a:avLst/>
              <a:gdLst/>
              <a:ahLst/>
              <a:cxnLst/>
              <a:rect l="0" t="0" r="0" b="0"/>
              <a:pathLst>
                <a:path w="94691" h="913913">
                  <a:moveTo>
                    <a:pt x="0" y="0"/>
                  </a:moveTo>
                  <a:lnTo>
                    <a:pt x="94691" y="55713"/>
                  </a:lnTo>
                  <a:lnTo>
                    <a:pt x="94691" y="858199"/>
                  </a:lnTo>
                  <a:lnTo>
                    <a:pt x="0" y="913913"/>
                  </a:lnTo>
                  <a:lnTo>
                    <a:pt x="0" y="895523"/>
                  </a:lnTo>
                  <a:lnTo>
                    <a:pt x="78843" y="849135"/>
                  </a:lnTo>
                  <a:lnTo>
                    <a:pt x="78843" y="64778"/>
                  </a:lnTo>
                  <a:lnTo>
                    <a:pt x="0" y="18390"/>
                  </a:lnTo>
                  <a:lnTo>
                    <a:pt x="0" y="0"/>
                  </a:lnTo>
                  <a:close/>
                </a:path>
              </a:pathLst>
            </a:custGeom>
            <a:ln w="0" cap="sq">
              <a:bevel/>
            </a:ln>
          </p:spPr>
          <p:style>
            <a:lnRef idx="0">
              <a:srgbClr val="000000">
                <a:alpha val="0"/>
              </a:srgbClr>
            </a:lnRef>
            <a:fillRef idx="1">
              <a:srgbClr val="A5D4FF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BCF39AF9-5AC5-89E9-9405-A407620CB1A9}"/>
                </a:ext>
              </a:extLst>
            </p:cNvPr>
            <p:cNvSpPr/>
            <p:nvPr/>
          </p:nvSpPr>
          <p:spPr>
            <a:xfrm rot="5399999">
              <a:off x="4135441" y="685480"/>
              <a:ext cx="117484" cy="23400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 indent="0" algn="l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5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F</a:t>
              </a:r>
              <a:endParaRPr lang="en-US" sz="10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05EE2566-CDFE-C0E0-B617-A7F3C973D289}"/>
                </a:ext>
              </a:extLst>
            </p:cNvPr>
            <p:cNvSpPr/>
            <p:nvPr/>
          </p:nvSpPr>
          <p:spPr>
            <a:xfrm rot="5399999">
              <a:off x="4123819" y="785058"/>
              <a:ext cx="140728" cy="23400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 indent="0" algn="l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5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C</a:t>
              </a:r>
              <a:endParaRPr lang="en-US" sz="10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46" name="Shape 831">
              <a:extLst>
                <a:ext uri="{FF2B5EF4-FFF2-40B4-BE49-F238E27FC236}">
                  <a16:creationId xmlns:a16="http://schemas.microsoft.com/office/drawing/2014/main" id="{2779C36B-01BC-40A6-5E1B-FC752F088195}"/>
                </a:ext>
              </a:extLst>
            </p:cNvPr>
            <p:cNvSpPr/>
            <p:nvPr/>
          </p:nvSpPr>
          <p:spPr>
            <a:xfrm>
              <a:off x="3896187" y="197305"/>
              <a:ext cx="206339" cy="1278919"/>
            </a:xfrm>
            <a:custGeom>
              <a:avLst/>
              <a:gdLst/>
              <a:ahLst/>
              <a:cxnLst/>
              <a:rect l="0" t="0" r="0" b="0"/>
              <a:pathLst>
                <a:path w="206339" h="1278919">
                  <a:moveTo>
                    <a:pt x="0" y="0"/>
                  </a:moveTo>
                  <a:lnTo>
                    <a:pt x="206339" y="120760"/>
                  </a:lnTo>
                  <a:lnTo>
                    <a:pt x="206339" y="1157208"/>
                  </a:lnTo>
                  <a:lnTo>
                    <a:pt x="0" y="1278919"/>
                  </a:lnTo>
                  <a:lnTo>
                    <a:pt x="0" y="0"/>
                  </a:lnTo>
                  <a:close/>
                </a:path>
              </a:pathLst>
            </a:custGeom>
            <a:ln w="0" cap="sq">
              <a:bevel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CD6D5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47" name="Shape 832">
              <a:extLst>
                <a:ext uri="{FF2B5EF4-FFF2-40B4-BE49-F238E27FC236}">
                  <a16:creationId xmlns:a16="http://schemas.microsoft.com/office/drawing/2014/main" id="{044D99BD-A6F5-935C-B775-893FEFCCC33C}"/>
                </a:ext>
              </a:extLst>
            </p:cNvPr>
            <p:cNvSpPr/>
            <p:nvPr/>
          </p:nvSpPr>
          <p:spPr>
            <a:xfrm>
              <a:off x="3888461" y="183011"/>
              <a:ext cx="111133" cy="1306637"/>
            </a:xfrm>
            <a:custGeom>
              <a:avLst/>
              <a:gdLst/>
              <a:ahLst/>
              <a:cxnLst/>
              <a:rect l="0" t="0" r="0" b="0"/>
              <a:pathLst>
                <a:path w="111133" h="1306637">
                  <a:moveTo>
                    <a:pt x="0" y="0"/>
                  </a:moveTo>
                  <a:lnTo>
                    <a:pt x="111133" y="65388"/>
                  </a:lnTo>
                  <a:lnTo>
                    <a:pt x="111133" y="83778"/>
                  </a:lnTo>
                  <a:lnTo>
                    <a:pt x="15848" y="27715"/>
                  </a:lnTo>
                  <a:lnTo>
                    <a:pt x="15848" y="1278922"/>
                  </a:lnTo>
                  <a:lnTo>
                    <a:pt x="111133" y="1222859"/>
                  </a:lnTo>
                  <a:lnTo>
                    <a:pt x="111133" y="1241249"/>
                  </a:lnTo>
                  <a:lnTo>
                    <a:pt x="0" y="1306637"/>
                  </a:lnTo>
                  <a:lnTo>
                    <a:pt x="0" y="0"/>
                  </a:lnTo>
                  <a:close/>
                </a:path>
              </a:pathLst>
            </a:custGeom>
            <a:ln w="0" cap="sq">
              <a:bevel/>
            </a:ln>
          </p:spPr>
          <p:style>
            <a:lnRef idx="0">
              <a:srgbClr val="000000">
                <a:alpha val="0"/>
              </a:srgbClr>
            </a:lnRef>
            <a:fillRef idx="1">
              <a:srgbClr val="A5D4FF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48" name="Shape 833">
              <a:extLst>
                <a:ext uri="{FF2B5EF4-FFF2-40B4-BE49-F238E27FC236}">
                  <a16:creationId xmlns:a16="http://schemas.microsoft.com/office/drawing/2014/main" id="{9D8A5AA8-C5F8-AF7A-29B5-E4AC9D3A69EC}"/>
                </a:ext>
              </a:extLst>
            </p:cNvPr>
            <p:cNvSpPr/>
            <p:nvPr/>
          </p:nvSpPr>
          <p:spPr>
            <a:xfrm>
              <a:off x="3999594" y="248399"/>
              <a:ext cx="111133" cy="1175861"/>
            </a:xfrm>
            <a:custGeom>
              <a:avLst/>
              <a:gdLst/>
              <a:ahLst/>
              <a:cxnLst/>
              <a:rect l="0" t="0" r="0" b="0"/>
              <a:pathLst>
                <a:path w="111133" h="1175861">
                  <a:moveTo>
                    <a:pt x="0" y="0"/>
                  </a:moveTo>
                  <a:lnTo>
                    <a:pt x="111133" y="65388"/>
                  </a:lnTo>
                  <a:lnTo>
                    <a:pt x="111133" y="1110473"/>
                  </a:lnTo>
                  <a:lnTo>
                    <a:pt x="0" y="1175861"/>
                  </a:lnTo>
                  <a:lnTo>
                    <a:pt x="0" y="1157471"/>
                  </a:lnTo>
                  <a:lnTo>
                    <a:pt x="95285" y="1101409"/>
                  </a:lnTo>
                  <a:lnTo>
                    <a:pt x="95285" y="74452"/>
                  </a:lnTo>
                  <a:lnTo>
                    <a:pt x="0" y="18390"/>
                  </a:lnTo>
                  <a:lnTo>
                    <a:pt x="0" y="0"/>
                  </a:lnTo>
                  <a:close/>
                </a:path>
              </a:pathLst>
            </a:custGeom>
            <a:ln w="0" cap="sq">
              <a:bevel/>
            </a:ln>
          </p:spPr>
          <p:style>
            <a:lnRef idx="0">
              <a:srgbClr val="000000">
                <a:alpha val="0"/>
              </a:srgbClr>
            </a:lnRef>
            <a:fillRef idx="1">
              <a:srgbClr val="A5D4FF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A971EE85-AE94-D8EB-E808-B3EE0B3F85DD}"/>
                </a:ext>
              </a:extLst>
            </p:cNvPr>
            <p:cNvSpPr/>
            <p:nvPr/>
          </p:nvSpPr>
          <p:spPr>
            <a:xfrm rot="5399999">
              <a:off x="3922261" y="342187"/>
              <a:ext cx="82197" cy="23400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 indent="0" algn="l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5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s</a:t>
              </a:r>
              <a:endParaRPr lang="en-US" sz="10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253E4AC9-C62E-C60D-B037-56E4CEEFFB2D}"/>
                </a:ext>
              </a:extLst>
            </p:cNvPr>
            <p:cNvSpPr/>
            <p:nvPr/>
          </p:nvSpPr>
          <p:spPr>
            <a:xfrm rot="5399999">
              <a:off x="3916556" y="409700"/>
              <a:ext cx="93608" cy="23400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 indent="0" algn="l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5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e</a:t>
              </a:r>
              <a:endParaRPr lang="en-US" sz="10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0E706B4B-2820-BF21-7273-7BC8AEDA3C51}"/>
                </a:ext>
              </a:extLst>
            </p:cNvPr>
            <p:cNvSpPr/>
            <p:nvPr/>
          </p:nvSpPr>
          <p:spPr>
            <a:xfrm rot="5399999">
              <a:off x="3934094" y="462685"/>
              <a:ext cx="58531" cy="23400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 indent="0" algn="l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5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l</a:t>
              </a:r>
              <a:endParaRPr lang="en-US" sz="10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2D3DA8FD-3C7D-7671-6E37-7D1C32556614}"/>
                </a:ext>
              </a:extLst>
            </p:cNvPr>
            <p:cNvSpPr/>
            <p:nvPr/>
          </p:nvSpPr>
          <p:spPr>
            <a:xfrm rot="5399999">
              <a:off x="3928178" y="512578"/>
              <a:ext cx="70364" cy="23400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 indent="0" algn="l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5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f</a:t>
              </a:r>
              <a:endParaRPr lang="en-US" sz="10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E0B113AF-57AB-685D-D892-9630E4822C04}"/>
                </a:ext>
              </a:extLst>
            </p:cNvPr>
            <p:cNvSpPr/>
            <p:nvPr/>
          </p:nvSpPr>
          <p:spPr>
            <a:xfrm rot="5399999">
              <a:off x="3928178" y="565272"/>
              <a:ext cx="70364" cy="23400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 indent="0" algn="l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5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-</a:t>
              </a:r>
              <a:endParaRPr lang="en-US" sz="10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3D06E078-34F8-A43D-D1DE-609597D754CA}"/>
                </a:ext>
              </a:extLst>
            </p:cNvPr>
            <p:cNvSpPr/>
            <p:nvPr/>
          </p:nvSpPr>
          <p:spPr>
            <a:xfrm rot="5399999">
              <a:off x="3916555" y="629589"/>
              <a:ext cx="93608" cy="23400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 indent="0" algn="l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5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a</a:t>
              </a:r>
              <a:endParaRPr lang="en-US" sz="10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F976E768-EFDA-F809-EB2C-408FEF7C355C}"/>
                </a:ext>
              </a:extLst>
            </p:cNvPr>
            <p:cNvSpPr/>
            <p:nvPr/>
          </p:nvSpPr>
          <p:spPr>
            <a:xfrm rot="5399999">
              <a:off x="3934094" y="682573"/>
              <a:ext cx="58531" cy="23400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 indent="0" algn="l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5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t</a:t>
              </a:r>
              <a:endParaRPr lang="en-US" sz="10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F716A9DA-AF65-02A8-55F0-E4B4D6A911EA}"/>
                </a:ext>
              </a:extLst>
            </p:cNvPr>
            <p:cNvSpPr/>
            <p:nvPr/>
          </p:nvSpPr>
          <p:spPr>
            <a:xfrm rot="5399999">
              <a:off x="3934094" y="726550"/>
              <a:ext cx="58531" cy="23400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 indent="0" algn="l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5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t</a:t>
              </a:r>
              <a:endParaRPr lang="en-US" sz="10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39E309A2-15A4-BB21-3495-97AEDC8BE0CD}"/>
                </a:ext>
              </a:extLst>
            </p:cNvPr>
            <p:cNvSpPr/>
            <p:nvPr/>
          </p:nvSpPr>
          <p:spPr>
            <a:xfrm rot="5399999">
              <a:off x="3916556" y="788066"/>
              <a:ext cx="93608" cy="23400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 indent="0" algn="l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5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e</a:t>
              </a:r>
              <a:endParaRPr lang="en-US" sz="10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DD1BF5B-434B-A91F-ABBC-8B5C59A86944}"/>
                </a:ext>
              </a:extLst>
            </p:cNvPr>
            <p:cNvSpPr/>
            <p:nvPr/>
          </p:nvSpPr>
          <p:spPr>
            <a:xfrm rot="5399999">
              <a:off x="3910534" y="864611"/>
              <a:ext cx="105651" cy="23400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 indent="0" algn="l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5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n</a:t>
              </a:r>
              <a:endParaRPr lang="en-US" sz="10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A4698F77-4397-5F01-F2DF-BA5329EA19F2}"/>
                </a:ext>
              </a:extLst>
            </p:cNvPr>
            <p:cNvSpPr/>
            <p:nvPr/>
          </p:nvSpPr>
          <p:spPr>
            <a:xfrm rot="5399999">
              <a:off x="3934094" y="920290"/>
              <a:ext cx="58531" cy="23400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 indent="0" algn="l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5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t</a:t>
              </a:r>
              <a:endParaRPr lang="en-US" sz="10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58E69F55-61F9-2EAC-AD43-F07F0ECB849D}"/>
                </a:ext>
              </a:extLst>
            </p:cNvPr>
            <p:cNvSpPr/>
            <p:nvPr/>
          </p:nvSpPr>
          <p:spPr>
            <a:xfrm rot="5399999">
              <a:off x="3934094" y="964268"/>
              <a:ext cx="58531" cy="23400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 indent="0" algn="l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5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i</a:t>
              </a:r>
              <a:endParaRPr lang="en-US" sz="10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15648778-C644-B18E-F23E-335AC68B6854}"/>
                </a:ext>
              </a:extLst>
            </p:cNvPr>
            <p:cNvSpPr/>
            <p:nvPr/>
          </p:nvSpPr>
          <p:spPr>
            <a:xfrm rot="5399999">
              <a:off x="3910534" y="1031805"/>
              <a:ext cx="105651" cy="23400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 indent="0" algn="l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5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o</a:t>
              </a:r>
              <a:endParaRPr lang="en-US" sz="10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47032BDE-0316-1623-1599-F6CDCDC46C79}"/>
                </a:ext>
              </a:extLst>
            </p:cNvPr>
            <p:cNvSpPr/>
            <p:nvPr/>
          </p:nvSpPr>
          <p:spPr>
            <a:xfrm rot="5399999">
              <a:off x="3910534" y="1111044"/>
              <a:ext cx="105651" cy="23400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 indent="0" algn="l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5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n</a:t>
              </a:r>
              <a:endParaRPr lang="en-US" sz="10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0DC3BC45-D7CE-5CA8-0381-499023429A91}"/>
                </a:ext>
              </a:extLst>
            </p:cNvPr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4007439" y="1427730"/>
              <a:ext cx="224405" cy="224405"/>
            </a:xfrm>
            <a:prstGeom prst="rect">
              <a:avLst/>
            </a:prstGeom>
          </p:spPr>
        </p:pic>
        <p:sp>
          <p:nvSpPr>
            <p:cNvPr id="64" name="Shape 850">
              <a:extLst>
                <a:ext uri="{FF2B5EF4-FFF2-40B4-BE49-F238E27FC236}">
                  <a16:creationId xmlns:a16="http://schemas.microsoft.com/office/drawing/2014/main" id="{9A10E91E-FE25-5472-4C3C-5B7B4A2CDB0A}"/>
                </a:ext>
              </a:extLst>
            </p:cNvPr>
            <p:cNvSpPr/>
            <p:nvPr/>
          </p:nvSpPr>
          <p:spPr>
            <a:xfrm>
              <a:off x="291228" y="365054"/>
              <a:ext cx="474468" cy="248898"/>
            </a:xfrm>
            <a:custGeom>
              <a:avLst/>
              <a:gdLst/>
              <a:ahLst/>
              <a:cxnLst/>
              <a:rect l="0" t="0" r="0" b="0"/>
              <a:pathLst>
                <a:path w="474468" h="248898">
                  <a:moveTo>
                    <a:pt x="474373" y="0"/>
                  </a:moveTo>
                  <a:lnTo>
                    <a:pt x="474468" y="15848"/>
                  </a:lnTo>
                  <a:lnTo>
                    <a:pt x="462653" y="15927"/>
                  </a:lnTo>
                  <a:lnTo>
                    <a:pt x="462756" y="15919"/>
                  </a:lnTo>
                  <a:lnTo>
                    <a:pt x="451013" y="16149"/>
                  </a:lnTo>
                  <a:lnTo>
                    <a:pt x="451116" y="16149"/>
                  </a:lnTo>
                  <a:lnTo>
                    <a:pt x="439452" y="16529"/>
                  </a:lnTo>
                  <a:lnTo>
                    <a:pt x="439555" y="16521"/>
                  </a:lnTo>
                  <a:lnTo>
                    <a:pt x="427970" y="17052"/>
                  </a:lnTo>
                  <a:lnTo>
                    <a:pt x="428073" y="17044"/>
                  </a:lnTo>
                  <a:lnTo>
                    <a:pt x="416576" y="17718"/>
                  </a:lnTo>
                  <a:lnTo>
                    <a:pt x="416679" y="17710"/>
                  </a:lnTo>
                  <a:lnTo>
                    <a:pt x="405330" y="18530"/>
                  </a:lnTo>
                  <a:lnTo>
                    <a:pt x="394056" y="19485"/>
                  </a:lnTo>
                  <a:lnTo>
                    <a:pt x="394159" y="19477"/>
                  </a:lnTo>
                  <a:lnTo>
                    <a:pt x="382931" y="20578"/>
                  </a:lnTo>
                  <a:lnTo>
                    <a:pt x="383034" y="20571"/>
                  </a:lnTo>
                  <a:lnTo>
                    <a:pt x="371909" y="21807"/>
                  </a:lnTo>
                  <a:lnTo>
                    <a:pt x="372012" y="21799"/>
                  </a:lnTo>
                  <a:lnTo>
                    <a:pt x="360990" y="23177"/>
                  </a:lnTo>
                  <a:lnTo>
                    <a:pt x="361100" y="23162"/>
                  </a:lnTo>
                  <a:lnTo>
                    <a:pt x="350181" y="24675"/>
                  </a:lnTo>
                  <a:lnTo>
                    <a:pt x="350284" y="24659"/>
                  </a:lnTo>
                  <a:lnTo>
                    <a:pt x="339476" y="26308"/>
                  </a:lnTo>
                  <a:lnTo>
                    <a:pt x="339587" y="26292"/>
                  </a:lnTo>
                  <a:lnTo>
                    <a:pt x="328890" y="28074"/>
                  </a:lnTo>
                  <a:lnTo>
                    <a:pt x="329001" y="28059"/>
                  </a:lnTo>
                  <a:lnTo>
                    <a:pt x="318422" y="29968"/>
                  </a:lnTo>
                  <a:lnTo>
                    <a:pt x="318525" y="29944"/>
                  </a:lnTo>
                  <a:lnTo>
                    <a:pt x="308074" y="31981"/>
                  </a:lnTo>
                  <a:lnTo>
                    <a:pt x="308177" y="31965"/>
                  </a:lnTo>
                  <a:lnTo>
                    <a:pt x="297916" y="34113"/>
                  </a:lnTo>
                  <a:lnTo>
                    <a:pt x="287749" y="36395"/>
                  </a:lnTo>
                  <a:lnTo>
                    <a:pt x="287860" y="36363"/>
                  </a:lnTo>
                  <a:lnTo>
                    <a:pt x="277788" y="38780"/>
                  </a:lnTo>
                  <a:lnTo>
                    <a:pt x="277900" y="38748"/>
                  </a:lnTo>
                  <a:lnTo>
                    <a:pt x="267963" y="41284"/>
                  </a:lnTo>
                  <a:lnTo>
                    <a:pt x="268074" y="41252"/>
                  </a:lnTo>
                  <a:lnTo>
                    <a:pt x="258272" y="43906"/>
                  </a:lnTo>
                  <a:lnTo>
                    <a:pt x="258391" y="43875"/>
                  </a:lnTo>
                  <a:lnTo>
                    <a:pt x="248732" y="46640"/>
                  </a:lnTo>
                  <a:lnTo>
                    <a:pt x="248842" y="46608"/>
                  </a:lnTo>
                  <a:lnTo>
                    <a:pt x="239334" y="49493"/>
                  </a:lnTo>
                  <a:lnTo>
                    <a:pt x="239445" y="49453"/>
                  </a:lnTo>
                  <a:lnTo>
                    <a:pt x="230116" y="52447"/>
                  </a:lnTo>
                  <a:lnTo>
                    <a:pt x="220990" y="55523"/>
                  </a:lnTo>
                  <a:lnTo>
                    <a:pt x="221109" y="55483"/>
                  </a:lnTo>
                  <a:lnTo>
                    <a:pt x="212060" y="58700"/>
                  </a:lnTo>
                  <a:lnTo>
                    <a:pt x="212179" y="58653"/>
                  </a:lnTo>
                  <a:lnTo>
                    <a:pt x="203288" y="61981"/>
                  </a:lnTo>
                  <a:lnTo>
                    <a:pt x="203407" y="61933"/>
                  </a:lnTo>
                  <a:lnTo>
                    <a:pt x="194675" y="65364"/>
                  </a:lnTo>
                  <a:lnTo>
                    <a:pt x="194801" y="65317"/>
                  </a:lnTo>
                  <a:lnTo>
                    <a:pt x="186236" y="68851"/>
                  </a:lnTo>
                  <a:lnTo>
                    <a:pt x="186370" y="68795"/>
                  </a:lnTo>
                  <a:lnTo>
                    <a:pt x="177971" y="72440"/>
                  </a:lnTo>
                  <a:lnTo>
                    <a:pt x="178106" y="72377"/>
                  </a:lnTo>
                  <a:lnTo>
                    <a:pt x="169889" y="76117"/>
                  </a:lnTo>
                  <a:lnTo>
                    <a:pt x="170015" y="76054"/>
                  </a:lnTo>
                  <a:lnTo>
                    <a:pt x="161973" y="79897"/>
                  </a:lnTo>
                  <a:lnTo>
                    <a:pt x="162107" y="79833"/>
                  </a:lnTo>
                  <a:lnTo>
                    <a:pt x="154255" y="83764"/>
                  </a:lnTo>
                  <a:lnTo>
                    <a:pt x="154389" y="83692"/>
                  </a:lnTo>
                  <a:lnTo>
                    <a:pt x="146711" y="87726"/>
                  </a:lnTo>
                  <a:lnTo>
                    <a:pt x="146854" y="87646"/>
                  </a:lnTo>
                  <a:lnTo>
                    <a:pt x="139488" y="91707"/>
                  </a:lnTo>
                  <a:lnTo>
                    <a:pt x="132218" y="95903"/>
                  </a:lnTo>
                  <a:lnTo>
                    <a:pt x="132361" y="95824"/>
                  </a:lnTo>
                  <a:lnTo>
                    <a:pt x="125269" y="100127"/>
                  </a:lnTo>
                  <a:lnTo>
                    <a:pt x="125412" y="100031"/>
                  </a:lnTo>
                  <a:lnTo>
                    <a:pt x="118518" y="104421"/>
                  </a:lnTo>
                  <a:lnTo>
                    <a:pt x="118668" y="104326"/>
                  </a:lnTo>
                  <a:lnTo>
                    <a:pt x="112060" y="108745"/>
                  </a:lnTo>
                  <a:lnTo>
                    <a:pt x="105633" y="113264"/>
                  </a:lnTo>
                  <a:lnTo>
                    <a:pt x="105792" y="113146"/>
                  </a:lnTo>
                  <a:lnTo>
                    <a:pt x="99634" y="117702"/>
                  </a:lnTo>
                  <a:lnTo>
                    <a:pt x="93691" y="122332"/>
                  </a:lnTo>
                  <a:lnTo>
                    <a:pt x="87924" y="127068"/>
                  </a:lnTo>
                  <a:lnTo>
                    <a:pt x="88090" y="126933"/>
                  </a:lnTo>
                  <a:lnTo>
                    <a:pt x="82518" y="131760"/>
                  </a:lnTo>
                  <a:lnTo>
                    <a:pt x="77289" y="136558"/>
                  </a:lnTo>
                  <a:lnTo>
                    <a:pt x="72315" y="141395"/>
                  </a:lnTo>
                  <a:lnTo>
                    <a:pt x="67448" y="146410"/>
                  </a:lnTo>
                  <a:lnTo>
                    <a:pt x="67623" y="146236"/>
                  </a:lnTo>
                  <a:lnTo>
                    <a:pt x="62980" y="151324"/>
                  </a:lnTo>
                  <a:lnTo>
                    <a:pt x="58659" y="156397"/>
                  </a:lnTo>
                  <a:lnTo>
                    <a:pt x="54683" y="161389"/>
                  </a:lnTo>
                  <a:lnTo>
                    <a:pt x="50879" y="166512"/>
                  </a:lnTo>
                  <a:lnTo>
                    <a:pt x="47277" y="171762"/>
                  </a:lnTo>
                  <a:lnTo>
                    <a:pt x="43970" y="176974"/>
                  </a:lnTo>
                  <a:lnTo>
                    <a:pt x="40889" y="182300"/>
                  </a:lnTo>
                  <a:lnTo>
                    <a:pt x="38143" y="187496"/>
                  </a:lnTo>
                  <a:lnTo>
                    <a:pt x="35596" y="192839"/>
                  </a:lnTo>
                  <a:lnTo>
                    <a:pt x="33209" y="198454"/>
                  </a:lnTo>
                  <a:lnTo>
                    <a:pt x="33344" y="198137"/>
                  </a:lnTo>
                  <a:lnTo>
                    <a:pt x="31528" y="202985"/>
                  </a:lnTo>
                  <a:lnTo>
                    <a:pt x="47060" y="205214"/>
                  </a:lnTo>
                  <a:lnTo>
                    <a:pt x="16775" y="248898"/>
                  </a:lnTo>
                  <a:lnTo>
                    <a:pt x="0" y="198454"/>
                  </a:lnTo>
                  <a:lnTo>
                    <a:pt x="15811" y="200727"/>
                  </a:lnTo>
                  <a:lnTo>
                    <a:pt x="16062" y="199104"/>
                  </a:lnTo>
                  <a:lnTo>
                    <a:pt x="18558" y="192424"/>
                  </a:lnTo>
                  <a:lnTo>
                    <a:pt x="21109" y="186402"/>
                  </a:lnTo>
                  <a:lnTo>
                    <a:pt x="23946" y="180451"/>
                  </a:lnTo>
                  <a:lnTo>
                    <a:pt x="27052" y="174564"/>
                  </a:lnTo>
                  <a:lnTo>
                    <a:pt x="30420" y="168756"/>
                  </a:lnTo>
                  <a:lnTo>
                    <a:pt x="34057" y="163019"/>
                  </a:lnTo>
                  <a:lnTo>
                    <a:pt x="37948" y="157353"/>
                  </a:lnTo>
                  <a:lnTo>
                    <a:pt x="42092" y="151767"/>
                  </a:lnTo>
                  <a:lnTo>
                    <a:pt x="46482" y="146252"/>
                  </a:lnTo>
                  <a:lnTo>
                    <a:pt x="51109" y="140824"/>
                  </a:lnTo>
                  <a:lnTo>
                    <a:pt x="55982" y="135475"/>
                  </a:lnTo>
                  <a:lnTo>
                    <a:pt x="61093" y="130198"/>
                  </a:lnTo>
                  <a:lnTo>
                    <a:pt x="66434" y="125016"/>
                  </a:lnTo>
                  <a:lnTo>
                    <a:pt x="71997" y="119913"/>
                  </a:lnTo>
                  <a:lnTo>
                    <a:pt x="77781" y="114889"/>
                  </a:lnTo>
                  <a:lnTo>
                    <a:pt x="83787" y="109952"/>
                  </a:lnTo>
                  <a:lnTo>
                    <a:pt x="90008" y="105111"/>
                  </a:lnTo>
                  <a:lnTo>
                    <a:pt x="96442" y="100348"/>
                  </a:lnTo>
                  <a:lnTo>
                    <a:pt x="103082" y="95681"/>
                  </a:lnTo>
                  <a:lnTo>
                    <a:pt x="109929" y="91101"/>
                  </a:lnTo>
                  <a:lnTo>
                    <a:pt x="116973" y="86616"/>
                  </a:lnTo>
                  <a:lnTo>
                    <a:pt x="124215" y="82226"/>
                  </a:lnTo>
                  <a:lnTo>
                    <a:pt x="131648" y="77932"/>
                  </a:lnTo>
                  <a:lnTo>
                    <a:pt x="139279" y="73732"/>
                  </a:lnTo>
                  <a:lnTo>
                    <a:pt x="147092" y="69627"/>
                  </a:lnTo>
                  <a:lnTo>
                    <a:pt x="155079" y="65626"/>
                  </a:lnTo>
                  <a:lnTo>
                    <a:pt x="163256" y="61727"/>
                  </a:lnTo>
                  <a:lnTo>
                    <a:pt x="171608" y="57924"/>
                  </a:lnTo>
                  <a:lnTo>
                    <a:pt x="180126" y="54231"/>
                  </a:lnTo>
                  <a:lnTo>
                    <a:pt x="188819" y="50642"/>
                  </a:lnTo>
                  <a:lnTo>
                    <a:pt x="197670" y="47163"/>
                  </a:lnTo>
                  <a:lnTo>
                    <a:pt x="206687" y="43788"/>
                  </a:lnTo>
                  <a:lnTo>
                    <a:pt x="215863" y="40531"/>
                  </a:lnTo>
                  <a:lnTo>
                    <a:pt x="225198" y="37377"/>
                  </a:lnTo>
                  <a:lnTo>
                    <a:pt x="234674" y="34342"/>
                  </a:lnTo>
                  <a:lnTo>
                    <a:pt x="244302" y="31426"/>
                  </a:lnTo>
                  <a:lnTo>
                    <a:pt x="254080" y="28621"/>
                  </a:lnTo>
                  <a:lnTo>
                    <a:pt x="263993" y="25943"/>
                  </a:lnTo>
                  <a:lnTo>
                    <a:pt x="274040" y="23384"/>
                  </a:lnTo>
                  <a:lnTo>
                    <a:pt x="284231" y="20943"/>
                  </a:lnTo>
                  <a:lnTo>
                    <a:pt x="294540" y="18629"/>
                  </a:lnTo>
                  <a:lnTo>
                    <a:pt x="304983" y="16442"/>
                  </a:lnTo>
                  <a:lnTo>
                    <a:pt x="315546" y="14382"/>
                  </a:lnTo>
                  <a:lnTo>
                    <a:pt x="326235" y="12448"/>
                  </a:lnTo>
                  <a:lnTo>
                    <a:pt x="337036" y="10650"/>
                  </a:lnTo>
                  <a:lnTo>
                    <a:pt x="347947" y="8986"/>
                  </a:lnTo>
                  <a:lnTo>
                    <a:pt x="358969" y="7457"/>
                  </a:lnTo>
                  <a:lnTo>
                    <a:pt x="370102" y="6070"/>
                  </a:lnTo>
                  <a:lnTo>
                    <a:pt x="381330" y="4810"/>
                  </a:lnTo>
                  <a:lnTo>
                    <a:pt x="392662" y="3701"/>
                  </a:lnTo>
                  <a:lnTo>
                    <a:pt x="404080" y="2726"/>
                  </a:lnTo>
                  <a:lnTo>
                    <a:pt x="415601" y="1902"/>
                  </a:lnTo>
                  <a:lnTo>
                    <a:pt x="427202" y="1220"/>
                  </a:lnTo>
                  <a:lnTo>
                    <a:pt x="438890" y="689"/>
                  </a:lnTo>
                  <a:lnTo>
                    <a:pt x="450657" y="309"/>
                  </a:lnTo>
                  <a:lnTo>
                    <a:pt x="462503" y="79"/>
                  </a:lnTo>
                  <a:lnTo>
                    <a:pt x="474373" y="0"/>
                  </a:lnTo>
                  <a:close/>
                </a:path>
              </a:pathLst>
            </a:custGeom>
            <a:ln w="0" cap="sq">
              <a:bevel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65" name="Shape 851">
              <a:extLst>
                <a:ext uri="{FF2B5EF4-FFF2-40B4-BE49-F238E27FC236}">
                  <a16:creationId xmlns:a16="http://schemas.microsoft.com/office/drawing/2014/main" id="{858437B7-170E-7BBF-E548-9AA5C947B7F6}"/>
                </a:ext>
              </a:extLst>
            </p:cNvPr>
            <p:cNvSpPr/>
            <p:nvPr/>
          </p:nvSpPr>
          <p:spPr>
            <a:xfrm>
              <a:off x="289619" y="1080988"/>
              <a:ext cx="465728" cy="263787"/>
            </a:xfrm>
            <a:custGeom>
              <a:avLst/>
              <a:gdLst/>
              <a:ahLst/>
              <a:cxnLst/>
              <a:rect l="0" t="0" r="0" b="0"/>
              <a:pathLst>
                <a:path w="465728" h="263787">
                  <a:moveTo>
                    <a:pt x="166" y="0"/>
                  </a:moveTo>
                  <a:lnTo>
                    <a:pt x="15998" y="602"/>
                  </a:lnTo>
                  <a:lnTo>
                    <a:pt x="15879" y="3701"/>
                  </a:lnTo>
                  <a:lnTo>
                    <a:pt x="15888" y="3502"/>
                  </a:lnTo>
                  <a:lnTo>
                    <a:pt x="15850" y="6433"/>
                  </a:lnTo>
                  <a:lnTo>
                    <a:pt x="15996" y="12291"/>
                  </a:lnTo>
                  <a:lnTo>
                    <a:pt x="16395" y="17707"/>
                  </a:lnTo>
                  <a:lnTo>
                    <a:pt x="17098" y="23411"/>
                  </a:lnTo>
                  <a:lnTo>
                    <a:pt x="18085" y="29101"/>
                  </a:lnTo>
                  <a:lnTo>
                    <a:pt x="19279" y="34460"/>
                  </a:lnTo>
                  <a:lnTo>
                    <a:pt x="20789" y="40001"/>
                  </a:lnTo>
                  <a:lnTo>
                    <a:pt x="22559" y="45477"/>
                  </a:lnTo>
                  <a:lnTo>
                    <a:pt x="24651" y="51062"/>
                  </a:lnTo>
                  <a:lnTo>
                    <a:pt x="24517" y="50745"/>
                  </a:lnTo>
                  <a:lnTo>
                    <a:pt x="26900" y="56354"/>
                  </a:lnTo>
                  <a:lnTo>
                    <a:pt x="29456" y="61712"/>
                  </a:lnTo>
                  <a:lnTo>
                    <a:pt x="32191" y="66889"/>
                  </a:lnTo>
                  <a:lnTo>
                    <a:pt x="35281" y="72231"/>
                  </a:lnTo>
                  <a:lnTo>
                    <a:pt x="38669" y="77583"/>
                  </a:lnTo>
                  <a:lnTo>
                    <a:pt x="38510" y="77329"/>
                  </a:lnTo>
                  <a:lnTo>
                    <a:pt x="42112" y="82578"/>
                  </a:lnTo>
                  <a:lnTo>
                    <a:pt x="45990" y="87809"/>
                  </a:lnTo>
                  <a:lnTo>
                    <a:pt x="49968" y="92804"/>
                  </a:lnTo>
                  <a:lnTo>
                    <a:pt x="54390" y="97995"/>
                  </a:lnTo>
                  <a:lnTo>
                    <a:pt x="54223" y="97797"/>
                  </a:lnTo>
                  <a:lnTo>
                    <a:pt x="58930" y="102963"/>
                  </a:lnTo>
                  <a:lnTo>
                    <a:pt x="58756" y="102789"/>
                  </a:lnTo>
                  <a:lnTo>
                    <a:pt x="63700" y="107884"/>
                  </a:lnTo>
                  <a:lnTo>
                    <a:pt x="63526" y="107717"/>
                  </a:lnTo>
                  <a:lnTo>
                    <a:pt x="68589" y="112633"/>
                  </a:lnTo>
                  <a:lnTo>
                    <a:pt x="73828" y="117442"/>
                  </a:lnTo>
                  <a:lnTo>
                    <a:pt x="79292" y="122181"/>
                  </a:lnTo>
                  <a:lnTo>
                    <a:pt x="85079" y="126933"/>
                  </a:lnTo>
                  <a:lnTo>
                    <a:pt x="84913" y="126806"/>
                  </a:lnTo>
                  <a:lnTo>
                    <a:pt x="90939" y="131495"/>
                  </a:lnTo>
                  <a:lnTo>
                    <a:pt x="97100" y="136054"/>
                  </a:lnTo>
                  <a:lnTo>
                    <a:pt x="96941" y="135935"/>
                  </a:lnTo>
                  <a:lnTo>
                    <a:pt x="103357" y="140447"/>
                  </a:lnTo>
                  <a:lnTo>
                    <a:pt x="109976" y="144873"/>
                  </a:lnTo>
                  <a:lnTo>
                    <a:pt x="109825" y="144778"/>
                  </a:lnTo>
                  <a:lnTo>
                    <a:pt x="116719" y="149168"/>
                  </a:lnTo>
                  <a:lnTo>
                    <a:pt x="116577" y="149073"/>
                  </a:lnTo>
                  <a:lnTo>
                    <a:pt x="123669" y="153375"/>
                  </a:lnTo>
                  <a:lnTo>
                    <a:pt x="123526" y="153288"/>
                  </a:lnTo>
                  <a:lnTo>
                    <a:pt x="130793" y="157490"/>
                  </a:lnTo>
                  <a:lnTo>
                    <a:pt x="138162" y="161553"/>
                  </a:lnTo>
                  <a:lnTo>
                    <a:pt x="138019" y="161473"/>
                  </a:lnTo>
                  <a:lnTo>
                    <a:pt x="145697" y="165507"/>
                  </a:lnTo>
                  <a:lnTo>
                    <a:pt x="145562" y="165435"/>
                  </a:lnTo>
                  <a:lnTo>
                    <a:pt x="153415" y="169365"/>
                  </a:lnTo>
                  <a:lnTo>
                    <a:pt x="153280" y="169302"/>
                  </a:lnTo>
                  <a:lnTo>
                    <a:pt x="161323" y="173138"/>
                  </a:lnTo>
                  <a:lnTo>
                    <a:pt x="161196" y="173082"/>
                  </a:lnTo>
                  <a:lnTo>
                    <a:pt x="169413" y="176822"/>
                  </a:lnTo>
                  <a:lnTo>
                    <a:pt x="169279" y="176759"/>
                  </a:lnTo>
                  <a:lnTo>
                    <a:pt x="177678" y="180404"/>
                  </a:lnTo>
                  <a:lnTo>
                    <a:pt x="177543" y="180348"/>
                  </a:lnTo>
                  <a:lnTo>
                    <a:pt x="186109" y="183882"/>
                  </a:lnTo>
                  <a:lnTo>
                    <a:pt x="185982" y="183835"/>
                  </a:lnTo>
                  <a:lnTo>
                    <a:pt x="194714" y="187266"/>
                  </a:lnTo>
                  <a:lnTo>
                    <a:pt x="194595" y="187218"/>
                  </a:lnTo>
                  <a:lnTo>
                    <a:pt x="203486" y="190546"/>
                  </a:lnTo>
                  <a:lnTo>
                    <a:pt x="203367" y="190499"/>
                  </a:lnTo>
                  <a:lnTo>
                    <a:pt x="212416" y="193716"/>
                  </a:lnTo>
                  <a:lnTo>
                    <a:pt x="212298" y="193676"/>
                  </a:lnTo>
                  <a:lnTo>
                    <a:pt x="221429" y="196754"/>
                  </a:lnTo>
                  <a:lnTo>
                    <a:pt x="230752" y="199746"/>
                  </a:lnTo>
                  <a:lnTo>
                    <a:pt x="230641" y="199706"/>
                  </a:lnTo>
                  <a:lnTo>
                    <a:pt x="240150" y="202591"/>
                  </a:lnTo>
                  <a:lnTo>
                    <a:pt x="240039" y="202559"/>
                  </a:lnTo>
                  <a:lnTo>
                    <a:pt x="249698" y="205324"/>
                  </a:lnTo>
                  <a:lnTo>
                    <a:pt x="249579" y="205293"/>
                  </a:lnTo>
                  <a:lnTo>
                    <a:pt x="259381" y="207947"/>
                  </a:lnTo>
                  <a:lnTo>
                    <a:pt x="259270" y="207916"/>
                  </a:lnTo>
                  <a:lnTo>
                    <a:pt x="269207" y="210451"/>
                  </a:lnTo>
                  <a:lnTo>
                    <a:pt x="269096" y="210419"/>
                  </a:lnTo>
                  <a:lnTo>
                    <a:pt x="279167" y="212828"/>
                  </a:lnTo>
                  <a:lnTo>
                    <a:pt x="279056" y="212805"/>
                  </a:lnTo>
                  <a:lnTo>
                    <a:pt x="289208" y="215082"/>
                  </a:lnTo>
                  <a:lnTo>
                    <a:pt x="299484" y="217234"/>
                  </a:lnTo>
                  <a:lnTo>
                    <a:pt x="299381" y="217218"/>
                  </a:lnTo>
                  <a:lnTo>
                    <a:pt x="309833" y="219255"/>
                  </a:lnTo>
                  <a:lnTo>
                    <a:pt x="309730" y="219231"/>
                  </a:lnTo>
                  <a:lnTo>
                    <a:pt x="320308" y="221141"/>
                  </a:lnTo>
                  <a:lnTo>
                    <a:pt x="320197" y="221125"/>
                  </a:lnTo>
                  <a:lnTo>
                    <a:pt x="330895" y="222908"/>
                  </a:lnTo>
                  <a:lnTo>
                    <a:pt x="330784" y="222892"/>
                  </a:lnTo>
                  <a:lnTo>
                    <a:pt x="341592" y="224540"/>
                  </a:lnTo>
                  <a:lnTo>
                    <a:pt x="341489" y="224524"/>
                  </a:lnTo>
                  <a:lnTo>
                    <a:pt x="352408" y="226037"/>
                  </a:lnTo>
                  <a:lnTo>
                    <a:pt x="352297" y="226022"/>
                  </a:lnTo>
                  <a:lnTo>
                    <a:pt x="363319" y="227400"/>
                  </a:lnTo>
                  <a:lnTo>
                    <a:pt x="363216" y="227392"/>
                  </a:lnTo>
                  <a:lnTo>
                    <a:pt x="374342" y="228628"/>
                  </a:lnTo>
                  <a:lnTo>
                    <a:pt x="374238" y="228621"/>
                  </a:lnTo>
                  <a:lnTo>
                    <a:pt x="385467" y="229722"/>
                  </a:lnTo>
                  <a:lnTo>
                    <a:pt x="385364" y="229714"/>
                  </a:lnTo>
                  <a:lnTo>
                    <a:pt x="396653" y="230671"/>
                  </a:lnTo>
                  <a:lnTo>
                    <a:pt x="407790" y="231475"/>
                  </a:lnTo>
                  <a:lnTo>
                    <a:pt x="418414" y="231917"/>
                  </a:lnTo>
                  <a:lnTo>
                    <a:pt x="418826" y="216259"/>
                  </a:lnTo>
                  <a:lnTo>
                    <a:pt x="465728" y="241275"/>
                  </a:lnTo>
                  <a:lnTo>
                    <a:pt x="417574" y="263787"/>
                  </a:lnTo>
                  <a:lnTo>
                    <a:pt x="417997" y="247758"/>
                  </a:lnTo>
                  <a:lnTo>
                    <a:pt x="406972" y="247297"/>
                  </a:lnTo>
                  <a:lnTo>
                    <a:pt x="395387" y="246473"/>
                  </a:lnTo>
                  <a:lnTo>
                    <a:pt x="383969" y="245498"/>
                  </a:lnTo>
                  <a:lnTo>
                    <a:pt x="372638" y="244389"/>
                  </a:lnTo>
                  <a:lnTo>
                    <a:pt x="361410" y="243129"/>
                  </a:lnTo>
                  <a:lnTo>
                    <a:pt x="350277" y="241743"/>
                  </a:lnTo>
                  <a:lnTo>
                    <a:pt x="339254" y="240213"/>
                  </a:lnTo>
                  <a:lnTo>
                    <a:pt x="328343" y="238549"/>
                  </a:lnTo>
                  <a:lnTo>
                    <a:pt x="317543" y="236750"/>
                  </a:lnTo>
                  <a:lnTo>
                    <a:pt x="306854" y="234817"/>
                  </a:lnTo>
                  <a:lnTo>
                    <a:pt x="296291" y="232757"/>
                  </a:lnTo>
                  <a:lnTo>
                    <a:pt x="285847" y="230570"/>
                  </a:lnTo>
                  <a:lnTo>
                    <a:pt x="275538" y="228256"/>
                  </a:lnTo>
                  <a:lnTo>
                    <a:pt x="265348" y="225816"/>
                  </a:lnTo>
                  <a:lnTo>
                    <a:pt x="255301" y="223256"/>
                  </a:lnTo>
                  <a:lnTo>
                    <a:pt x="245388" y="220578"/>
                  </a:lnTo>
                  <a:lnTo>
                    <a:pt x="235609" y="217773"/>
                  </a:lnTo>
                  <a:lnTo>
                    <a:pt x="225982" y="214857"/>
                  </a:lnTo>
                  <a:lnTo>
                    <a:pt x="216505" y="211822"/>
                  </a:lnTo>
                  <a:lnTo>
                    <a:pt x="207171" y="208668"/>
                  </a:lnTo>
                  <a:lnTo>
                    <a:pt x="197995" y="205412"/>
                  </a:lnTo>
                  <a:lnTo>
                    <a:pt x="188977" y="202036"/>
                  </a:lnTo>
                  <a:lnTo>
                    <a:pt x="180126" y="198557"/>
                  </a:lnTo>
                  <a:lnTo>
                    <a:pt x="171434" y="194968"/>
                  </a:lnTo>
                  <a:lnTo>
                    <a:pt x="162916" y="191275"/>
                  </a:lnTo>
                  <a:lnTo>
                    <a:pt x="154564" y="187472"/>
                  </a:lnTo>
                  <a:lnTo>
                    <a:pt x="146386" y="183573"/>
                  </a:lnTo>
                  <a:lnTo>
                    <a:pt x="138399" y="179572"/>
                  </a:lnTo>
                  <a:lnTo>
                    <a:pt x="130586" y="175467"/>
                  </a:lnTo>
                  <a:lnTo>
                    <a:pt x="122955" y="171267"/>
                  </a:lnTo>
                  <a:lnTo>
                    <a:pt x="115523" y="166973"/>
                  </a:lnTo>
                  <a:lnTo>
                    <a:pt x="108280" y="162583"/>
                  </a:lnTo>
                  <a:lnTo>
                    <a:pt x="101236" y="158098"/>
                  </a:lnTo>
                  <a:lnTo>
                    <a:pt x="94390" y="153518"/>
                  </a:lnTo>
                  <a:lnTo>
                    <a:pt x="87749" y="148851"/>
                  </a:lnTo>
                  <a:lnTo>
                    <a:pt x="81315" y="144088"/>
                  </a:lnTo>
                  <a:lnTo>
                    <a:pt x="75095" y="139239"/>
                  </a:lnTo>
                  <a:lnTo>
                    <a:pt x="69089" y="134310"/>
                  </a:lnTo>
                  <a:lnTo>
                    <a:pt x="63304" y="129286"/>
                  </a:lnTo>
                  <a:lnTo>
                    <a:pt x="57742" y="124184"/>
                  </a:lnTo>
                  <a:lnTo>
                    <a:pt x="52401" y="118993"/>
                  </a:lnTo>
                  <a:lnTo>
                    <a:pt x="47290" y="113724"/>
                  </a:lnTo>
                  <a:lnTo>
                    <a:pt x="42417" y="108375"/>
                  </a:lnTo>
                  <a:lnTo>
                    <a:pt x="37789" y="102947"/>
                  </a:lnTo>
                  <a:lnTo>
                    <a:pt x="33399" y="97432"/>
                  </a:lnTo>
                  <a:lnTo>
                    <a:pt x="29255" y="91846"/>
                  </a:lnTo>
                  <a:lnTo>
                    <a:pt x="25365" y="86180"/>
                  </a:lnTo>
                  <a:lnTo>
                    <a:pt x="21728" y="80444"/>
                  </a:lnTo>
                  <a:lnTo>
                    <a:pt x="18360" y="74635"/>
                  </a:lnTo>
                  <a:lnTo>
                    <a:pt x="15254" y="68748"/>
                  </a:lnTo>
                  <a:lnTo>
                    <a:pt x="12417" y="62797"/>
                  </a:lnTo>
                  <a:lnTo>
                    <a:pt x="9865" y="56775"/>
                  </a:lnTo>
                  <a:lnTo>
                    <a:pt x="7591" y="50689"/>
                  </a:lnTo>
                  <a:lnTo>
                    <a:pt x="5602" y="44540"/>
                  </a:lnTo>
                  <a:lnTo>
                    <a:pt x="3907" y="38336"/>
                  </a:lnTo>
                  <a:lnTo>
                    <a:pt x="2512" y="32068"/>
                  </a:lnTo>
                  <a:lnTo>
                    <a:pt x="1418" y="25753"/>
                  </a:lnTo>
                  <a:lnTo>
                    <a:pt x="634" y="19390"/>
                  </a:lnTo>
                  <a:lnTo>
                    <a:pt x="159" y="12979"/>
                  </a:lnTo>
                  <a:lnTo>
                    <a:pt x="0" y="6577"/>
                  </a:lnTo>
                  <a:lnTo>
                    <a:pt x="40" y="3201"/>
                  </a:lnTo>
                  <a:lnTo>
                    <a:pt x="166" y="0"/>
                  </a:lnTo>
                  <a:close/>
                </a:path>
              </a:pathLst>
            </a:custGeom>
            <a:ln w="0" cap="sq">
              <a:bevel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09A7BA54-4DAF-3451-1A15-453F7832057E}"/>
                </a:ext>
              </a:extLst>
            </p:cNvPr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1422405" y="1852401"/>
              <a:ext cx="210312" cy="231648"/>
            </a:xfrm>
            <a:prstGeom prst="rect">
              <a:avLst/>
            </a:prstGeom>
          </p:spPr>
        </p:pic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75B7631B-D472-14B3-7530-FF639A8F6033}"/>
                </a:ext>
              </a:extLst>
            </p:cNvPr>
            <p:cNvSpPr/>
            <p:nvPr/>
          </p:nvSpPr>
          <p:spPr>
            <a:xfrm>
              <a:off x="1743657" y="1891675"/>
              <a:ext cx="526940" cy="21007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 indent="0" algn="l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1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Frozen</a:t>
              </a:r>
              <a:endParaRPr lang="en-US" sz="10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78617318-75D6-058F-FC8F-7CC5083B57CA}"/>
                </a:ext>
              </a:extLst>
            </p:cNvPr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2680025" y="1852769"/>
              <a:ext cx="224405" cy="224405"/>
            </a:xfrm>
            <a:prstGeom prst="rect">
              <a:avLst/>
            </a:prstGeom>
          </p:spPr>
        </p:pic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AC73569-9FFA-D32E-1950-60AEF8B6AB06}"/>
                </a:ext>
              </a:extLst>
            </p:cNvPr>
            <p:cNvSpPr/>
            <p:nvPr/>
          </p:nvSpPr>
          <p:spPr>
            <a:xfrm>
              <a:off x="2981768" y="1891675"/>
              <a:ext cx="720053" cy="21007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 indent="0" algn="l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1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Trainable</a:t>
              </a:r>
              <a:endParaRPr lang="en-US" sz="10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95526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D22CB71-A3A1-3B87-A7C0-F520FAE46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Setup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590255-077D-A36D-A00B-2D5AA8665F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Datasets: </a:t>
            </a:r>
            <a:r>
              <a:rPr lang="en-US" dirty="0"/>
              <a:t>UFD dataset + </a:t>
            </a:r>
            <a:r>
              <a:rPr lang="en-US" dirty="0" err="1"/>
              <a:t>GenImage</a:t>
            </a:r>
            <a:r>
              <a:rPr lang="en-US" dirty="0"/>
              <a:t> dataset merged for scaled-up setup.</a:t>
            </a:r>
          </a:p>
          <a:p>
            <a:r>
              <a:rPr lang="en-US" b="1" dirty="0"/>
              <a:t>Baselines compared</a:t>
            </a:r>
            <a:r>
              <a:rPr lang="en-US" dirty="0"/>
              <a:t>: </a:t>
            </a:r>
            <a:r>
              <a:rPr lang="en-US" dirty="0" err="1"/>
              <a:t>CNNDet</a:t>
            </a:r>
            <a:r>
              <a:rPr lang="en-US" dirty="0"/>
              <a:t> / </a:t>
            </a:r>
            <a:r>
              <a:rPr lang="en-US" dirty="0" err="1"/>
              <a:t>PatchFor</a:t>
            </a:r>
            <a:r>
              <a:rPr lang="en-US" dirty="0"/>
              <a:t> / LNP / DIRE / UFD</a:t>
            </a:r>
          </a:p>
          <a:p>
            <a:r>
              <a:rPr lang="en-US" b="1" dirty="0"/>
              <a:t>Train/Test split</a:t>
            </a:r>
            <a:r>
              <a:rPr lang="en-US" dirty="0"/>
              <a:t>: In-domain (seen generators) vs Out-of-domain (unseen generators)</a:t>
            </a:r>
          </a:p>
          <a:p>
            <a:r>
              <a:rPr lang="en-US" b="1" dirty="0"/>
              <a:t>Metrics: </a:t>
            </a:r>
            <a:r>
              <a:rPr lang="en-US" dirty="0"/>
              <a:t>Mean Accuracy, AP (Average Precision)</a:t>
            </a:r>
          </a:p>
        </p:txBody>
      </p:sp>
    </p:spTree>
    <p:extLst>
      <p:ext uri="{BB962C8B-B14F-4D97-AF65-F5344CB8AC3E}">
        <p14:creationId xmlns:p14="http://schemas.microsoft.com/office/powerpoint/2010/main" val="292139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BE2E2-6E06-0582-AED7-7E34F4E03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79763D84-889C-9D11-74AB-B6F0EA2F4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571" y="240660"/>
            <a:ext cx="8490857" cy="984703"/>
          </a:xfrm>
        </p:spPr>
        <p:txBody>
          <a:bodyPr>
            <a:noAutofit/>
          </a:bodyPr>
          <a:lstStyle/>
          <a:p>
            <a:r>
              <a:rPr lang="en-US" sz="4400" dirty="0"/>
              <a:t>Main Results: SOTA + Scaling with More Generators</a:t>
            </a:r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A16BABF3-8602-9BFB-ABC3-575A8435833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926432" y="1419725"/>
            <a:ext cx="6821905" cy="200927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724A6FA-AB85-1FB5-BA41-0A57C7800B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432" y="3787650"/>
            <a:ext cx="6821905" cy="237022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361327E5-BB6D-0247-2810-9E2DA8DE0D80}"/>
              </a:ext>
            </a:extLst>
          </p:cNvPr>
          <p:cNvSpPr txBox="1"/>
          <p:nvPr/>
        </p:nvSpPr>
        <p:spPr>
          <a:xfrm>
            <a:off x="2167077" y="3429000"/>
            <a:ext cx="37603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Table: Benchmark Comparison Across Detectors</a:t>
            </a:r>
          </a:p>
        </p:txBody>
      </p:sp>
    </p:spTree>
    <p:extLst>
      <p:ext uri="{BB962C8B-B14F-4D97-AF65-F5344CB8AC3E}">
        <p14:creationId xmlns:p14="http://schemas.microsoft.com/office/powerpoint/2010/main" val="837287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CCA01-2EEE-6459-9192-8736B9DD1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571" y="188685"/>
            <a:ext cx="8490857" cy="768245"/>
          </a:xfrm>
        </p:spPr>
        <p:txBody>
          <a:bodyPr/>
          <a:lstStyle/>
          <a:p>
            <a:r>
              <a:rPr lang="en-US" dirty="0"/>
              <a:t>Robustness + Ablation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9F546D9-37DD-CA8A-BDD1-2FB36F58AF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5612" y="1130968"/>
            <a:ext cx="6563227" cy="22980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5027E5-E40F-3FE4-492E-937300E035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289" y="3603038"/>
            <a:ext cx="6809874" cy="202774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8FE09B6-6B6F-42FA-5D99-1E3FF388F528}"/>
              </a:ext>
            </a:extLst>
          </p:cNvPr>
          <p:cNvSpPr txBox="1"/>
          <p:nvPr/>
        </p:nvSpPr>
        <p:spPr>
          <a:xfrm>
            <a:off x="2824980" y="5650928"/>
            <a:ext cx="27064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Table: Model-Component Ablation</a:t>
            </a:r>
          </a:p>
        </p:txBody>
      </p:sp>
    </p:spTree>
    <p:extLst>
      <p:ext uri="{BB962C8B-B14F-4D97-AF65-F5344CB8AC3E}">
        <p14:creationId xmlns:p14="http://schemas.microsoft.com/office/powerpoint/2010/main" val="2118904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B7ECC-E390-F9EC-390F-54DB74F01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Disruption Tests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7E8E6EA-1AD7-C252-11ED-1ADA289553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4199021"/>
            <a:ext cx="7002381" cy="1864895"/>
          </a:xfrm>
        </p:spPr>
        <p:txBody>
          <a:bodyPr>
            <a:normAutofit/>
          </a:bodyPr>
          <a:lstStyle/>
          <a:p>
            <a:r>
              <a:rPr lang="en-US" sz="2000" dirty="0"/>
              <a:t>Patch shuffling In-domain: </a:t>
            </a:r>
            <a:r>
              <a:rPr lang="en-US" sz="2000" b="1" dirty="0"/>
              <a:t>Mean acc 0.972</a:t>
            </a:r>
            <a:r>
              <a:rPr lang="en-US" sz="2000" dirty="0"/>
              <a:t>, </a:t>
            </a:r>
            <a:r>
              <a:rPr lang="en-US" sz="2000" b="1" dirty="0"/>
              <a:t>AP 0.995.</a:t>
            </a:r>
          </a:p>
          <a:p>
            <a:r>
              <a:rPr lang="en-US" sz="2000" dirty="0"/>
              <a:t>Patch shuffling best OOD </a:t>
            </a:r>
            <a:r>
              <a:rPr lang="en-US" sz="2000" b="1" dirty="0"/>
              <a:t>Mean acc: 0.87</a:t>
            </a:r>
            <a:r>
              <a:rPr lang="en-US" sz="2000" dirty="0"/>
              <a:t>.</a:t>
            </a:r>
          </a:p>
          <a:p>
            <a:r>
              <a:rPr lang="en-US" sz="2000" dirty="0"/>
              <a:t>Patch shuffling best Total </a:t>
            </a:r>
            <a:r>
              <a:rPr lang="en-US" sz="2000" b="1" dirty="0"/>
              <a:t>Mean acc: 0.913.</a:t>
            </a:r>
          </a:p>
          <a:p>
            <a:r>
              <a:rPr lang="en-US" sz="2000" dirty="0"/>
              <a:t>Patch shuffling gives the </a:t>
            </a:r>
            <a:r>
              <a:rPr lang="en-US" sz="2000" b="1" dirty="0"/>
              <a:t>strongest discrepancy</a:t>
            </a:r>
            <a:r>
              <a:rPr lang="en-US" sz="2000" dirty="0"/>
              <a:t> → best performance among disruptions</a:t>
            </a:r>
            <a:endParaRPr lang="en-US" sz="20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9928812-89E6-716C-35F7-8D1F1D489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054" y="1479883"/>
            <a:ext cx="7134727" cy="21897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92688FE-8B81-382D-C968-68CBD9BD09D9}"/>
              </a:ext>
            </a:extLst>
          </p:cNvPr>
          <p:cNvSpPr txBox="1"/>
          <p:nvPr/>
        </p:nvSpPr>
        <p:spPr>
          <a:xfrm>
            <a:off x="2947912" y="3669633"/>
            <a:ext cx="26001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Table: Augmentation Comparison</a:t>
            </a:r>
          </a:p>
        </p:txBody>
      </p:sp>
    </p:spTree>
    <p:extLst>
      <p:ext uri="{BB962C8B-B14F-4D97-AF65-F5344CB8AC3E}">
        <p14:creationId xmlns:p14="http://schemas.microsoft.com/office/powerpoint/2010/main" val="40796476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C2C2267-FEE5-BFE7-6FBB-928B5E59F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AC46B3-2885-20E7-8E24-58C92410BA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571" y="1456394"/>
            <a:ext cx="8490857" cy="4696506"/>
          </a:xfrm>
        </p:spPr>
        <p:txBody>
          <a:bodyPr/>
          <a:lstStyle/>
          <a:p>
            <a:r>
              <a:rPr lang="en-US" dirty="0"/>
              <a:t>D3 learns deepfake cues from </a:t>
            </a:r>
            <a:r>
              <a:rPr lang="en-US" b="1" dirty="0"/>
              <a:t>discrepancy.</a:t>
            </a:r>
            <a:endParaRPr lang="en-US" dirty="0"/>
          </a:p>
          <a:p>
            <a:r>
              <a:rPr lang="en-US" b="1" dirty="0"/>
              <a:t>Patch shuffling </a:t>
            </a:r>
            <a:r>
              <a:rPr lang="en-US" dirty="0"/>
              <a:t>is the key design that boosts generalization.</a:t>
            </a:r>
          </a:p>
          <a:p>
            <a:r>
              <a:rPr lang="en-US" dirty="0"/>
              <a:t>Improves </a:t>
            </a:r>
            <a:r>
              <a:rPr lang="en-US" b="1" dirty="0"/>
              <a:t>out-of-domain</a:t>
            </a:r>
            <a:r>
              <a:rPr lang="en-US" dirty="0"/>
              <a:t> detection while keeping strong in-domain performance.</a:t>
            </a:r>
          </a:p>
          <a:p>
            <a:r>
              <a:rPr lang="en-US" dirty="0"/>
              <a:t>More robust under real-world distortions.</a:t>
            </a:r>
          </a:p>
          <a:p>
            <a:r>
              <a:rPr lang="en-US" dirty="0"/>
              <a:t>Scales better as training includes </a:t>
            </a:r>
            <a:r>
              <a:rPr lang="en-US" b="1" dirty="0"/>
              <a:t>more generator diversity.</a:t>
            </a:r>
          </a:p>
        </p:txBody>
      </p:sp>
    </p:spTree>
    <p:extLst>
      <p:ext uri="{BB962C8B-B14F-4D97-AF65-F5344CB8AC3E}">
        <p14:creationId xmlns:p14="http://schemas.microsoft.com/office/powerpoint/2010/main" val="2657610604"/>
      </p:ext>
    </p:extLst>
  </p:cSld>
  <p:clrMapOvr>
    <a:masterClrMapping/>
  </p:clrMapOvr>
</p:sld>
</file>

<file path=ppt/theme/theme1.xml><?xml version="1.0" encoding="utf-8"?>
<a:theme xmlns:a="http://schemas.openxmlformats.org/drawingml/2006/main" name="covi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vis" id="{E97EAE5A-6ED3-40F8-8572-7C2171E4477C}" vid="{BC0DEF65-8CF8-4D97-943E-B1B9C0AA3E1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7f4b8a2-ad4f-41b5-9a91-284d2cc38f56}" enabled="1" method="Standard" siteId="{70de1992-07c6-480f-a318-a1afcba0398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covis</Template>
  <TotalTime>6856</TotalTime>
  <Words>309</Words>
  <Application>Microsoft Macintosh PowerPoint</Application>
  <PresentationFormat>On-screen Show (4:3)</PresentationFormat>
  <Paragraphs>60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covis</vt:lpstr>
      <vt:lpstr>D 3 : Scaling Up Deepfake Detection by Learning from Discrepancy  Yang Y, Qian Z, Zhu Y, Russakovsky O, Wu Y, CVPR, 2025.</vt:lpstr>
      <vt:lpstr>Problem &amp; Motivation</vt:lpstr>
      <vt:lpstr>Methodology</vt:lpstr>
      <vt:lpstr>Experimental Setup</vt:lpstr>
      <vt:lpstr>Main Results: SOTA + Scaling with More Generators</vt:lpstr>
      <vt:lpstr>Robustness + Ablation</vt:lpstr>
      <vt:lpstr>Disruption Tests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Registration of Point Sets with Large and Uneven Non-Rigid Deformation</dc:title>
  <dc:creator>Maharjan, Amar</dc:creator>
  <cp:lastModifiedBy>Puppala, Sai</cp:lastModifiedBy>
  <cp:revision>50</cp:revision>
  <dcterms:created xsi:type="dcterms:W3CDTF">2022-07-19T22:32:27Z</dcterms:created>
  <dcterms:modified xsi:type="dcterms:W3CDTF">2026-01-17T18:29:52Z</dcterms:modified>
</cp:coreProperties>
</file>